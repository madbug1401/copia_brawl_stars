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1549c4c-656b-3077-fc20-8cc7a13a44a7}">
          <p14:sldIdLst>
            <p14:sldId id="256"/>
            <p14:sldId id="257"/>
            <p14:sldId id="258"/>
            <p14:sldId id="259"/>
          </p14:sldIdLst>
        </p14:section>
        <p14:section name="Personagens" id="{1af30e85-9dac-1b31-2581-43950993e6c3}">
          <p14:sldIdLst>
            <p14:sldId id="260"/>
            <p14:sldId id="261"/>
            <p14:sldId id="262"/>
          </p14:sldIdLst>
        </p14:section>
        <p14:section name="Modos e mapas" id="{052a8815-c078-3c3a-ad18-57f6fc8be083}">
          <p14:sldIdLst>
            <p14:sldId id="263"/>
            <p14:sldId id="264"/>
            <p14:sldId id="265"/>
            <p14:sldId id="266"/>
          </p14:sldIdLst>
        </p14:section>
        <p14:section name="Progressão" id="{00d3693e-4ea6-151b-4cde-0f90ff7b2e01}">
          <p14:sldIdLst>
            <p14:sldId id="267"/>
            <p14:sldId id="268"/>
          </p14:sldIdLst>
        </p14:section>
        <p14:section name="Técnica" id="{28d90bb4-a4b4-3667-3e98-a056ffb822f7}">
          <p14:sldIdLst>
            <p14:sldId id="269"/>
            <p14:sldId id="270"/>
            <p14:sldId id="271"/>
          </p14:sldIdLst>
        </p14:section>
        <p14:section name="Estado e equipa" id="{e59f88c8-4de3-bcc8-eeea-98a6f82f4ed0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Chiefs &amp; Gems é o jogo da BRABUZ: ação em primeira pessoa com personagens distintas, disputa de gemas e cooperação, em cenários inspirados em Cabo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são os do projeto atual: 6 personagens, 6 modos, 4 mapas na build e até 4 humanos por partida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pilares: perspetiva de primeira pessoa, personagens complementares e identidade cabo-verdiana.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ciclo: escolher, combater, cumprir o objetivo e evoluir. Valores por defeito do MatchManager: 8 minutos, respawn de 3 s, proteção de 2,2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Elenco completo. HP = vida base. Riot e Lince formam a dupla da missão cooperativa.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lidos dos assets de dados de cada personagem. A carga é a energia necessária para o Super.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reais da vista em primeira pessoa (FOV 85). Cada personagem tem mãos e antebraços próprios.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base do código (MatchManager e GemGrabManager). Os bots completam as partidas quando faltam jogadores.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por defeito do GemGrabManager: intervalo 7 s, máximo 20 gemas, vitória com 10 gemas durante 15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 Together em ação: proteger, reanimar e coordenar. Se os dois caírem, a missão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cenas na build: Arena (Pradaria), CidadeVelha, Buracona e Fogo. Boa Vista está bloqueada no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Curvas atuais: 34.300 XP até ao nível 50 de jogador, 2.160 XP até personagem 10, 1.620 XP até pet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UPRA e SITA aparecem como integração de marca no jogo. No modo competitivo a comida está desativada.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Arquitetura: dano e resultados calculados no host; definições de ataques separadas da resolução de efeitos; pooling de projéteis.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Controlos por defeito do InputReader / GameInputSettings.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Instruções do LEIA-ME da build. Até 4 jogadores por partida; o anfitrião conta como jogador.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Fase: protótipo avançado / alpha. Prioridades da auditoria de 20/10: progressão, regras de sessão, multiplayer real, desempenho e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pessoas, com responsabilidades registadas na distribuição da equipa.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Convite a jogar a build em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2"/>
                </a:solidFill>
              </a:rPr>
              <a:t>CHIEFS &amp; GEMS  ·  BRABUZ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CHIEFS &amp; GEMS  ·  BRABUZ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_arquipelago" descr="C:\Users\nicol\AppData\Local\Temp\claude\C--Users-nicol-Desktop-Jogos-FPS-LAN\81625eda-4820-4031-8a3e-93ce3e1dccd6\scratchpad\deck\img\archipela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u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alpha val="65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ombra_1"/>
          <p:cNvSpPr/>
          <p:nvPr/>
        </p:nvSpPr>
        <p:spPr>
          <a:xfrm>
            <a:off x="704088" y="566928"/>
            <a:ext cx="2514600" cy="39776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artao_2"/>
          <p:cNvSpPr/>
          <p:nvPr/>
        </p:nvSpPr>
        <p:spPr>
          <a:xfrm>
            <a:off x="640080" y="502920"/>
            <a:ext cx="2514600" cy="397764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6" name="logotipo" descr="C:\Users\nicol\AppData\Local\Temp\claude\C--Users-nicol-Desktop-Jogos-FPS-LAN\81625eda-4820-4031-8a3e-93ce3e1dccd6\scratchpad\deck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58368"/>
            <a:ext cx="2103120" cy="3319842"/>
          </a:xfrm>
          <a:prstGeom prst="rect">
            <a:avLst/>
          </a:prstGeom>
        </p:spPr>
      </p:pic>
      <p:sp>
        <p:nvSpPr>
          <p:cNvPr id="7" name="texto_3"/>
          <p:cNvSpPr txBox="1"/>
          <p:nvPr/>
        </p:nvSpPr>
        <p:spPr>
          <a:xfrm>
            <a:off x="365760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DE ARENA E COOPERAÇÃO</a:t>
            </a:r>
            <a:endParaRPr lang="en-US" sz="1300" dirty="0"/>
          </a:p>
        </p:txBody>
      </p:sp>
      <p:sp>
        <p:nvSpPr>
          <p:cNvPr id="8" name="texto_4"/>
          <p:cNvSpPr txBox="1"/>
          <p:nvPr/>
        </p:nvSpPr>
        <p:spPr>
          <a:xfrm>
            <a:off x="3657600" y="1325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Chiefs &amp; Gems</a:t>
            </a:r>
            <a:endParaRPr lang="en-US" sz="4600" dirty="0"/>
          </a:p>
        </p:txBody>
      </p:sp>
      <p:sp>
        <p:nvSpPr>
          <p:cNvPr id="9" name="texto_5"/>
          <p:cNvSpPr txBox="1"/>
          <p:nvPr/>
        </p:nvSpPr>
        <p:spPr>
          <a:xfrm>
            <a:off x="365760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personagens, gemas para disputar e uma missão a dois, num universo inspirado nas ilhas de Cabo Verde.</a:t>
            </a:r>
            <a:endParaRPr lang="en-US" sz="1600" dirty="0"/>
          </a:p>
        </p:txBody>
      </p:sp>
      <p:sp>
        <p:nvSpPr>
          <p:cNvPr id="10" name="texto_6"/>
          <p:cNvSpPr txBox="1"/>
          <p:nvPr/>
        </p:nvSpPr>
        <p:spPr>
          <a:xfrm>
            <a:off x="36576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no combate. Juntos na descoberta.</a:t>
            </a:r>
            <a:endParaRPr lang="en-US" sz="1600" dirty="0"/>
          </a:p>
        </p:txBody>
      </p:sp>
      <p:sp>
        <p:nvSpPr>
          <p:cNvPr id="11" name="chip_7"/>
          <p:cNvSpPr/>
          <p:nvPr/>
        </p:nvSpPr>
        <p:spPr>
          <a:xfrm>
            <a:off x="3657600" y="3840480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o_8"/>
          <p:cNvSpPr txBox="1"/>
          <p:nvPr/>
        </p:nvSpPr>
        <p:spPr>
          <a:xfrm>
            <a:off x="3657600" y="3840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BRABUZ</a:t>
            </a:r>
            <a:endParaRPr lang="en-US" sz="1100" dirty="0"/>
          </a:p>
        </p:txBody>
      </p:sp>
      <p:sp>
        <p:nvSpPr>
          <p:cNvPr id="13" name="chip_9"/>
          <p:cNvSpPr/>
          <p:nvPr/>
        </p:nvSpPr>
        <p:spPr>
          <a:xfrm>
            <a:off x="4828032" y="3840480"/>
            <a:ext cx="160020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o_10"/>
          <p:cNvSpPr txBox="1"/>
          <p:nvPr/>
        </p:nvSpPr>
        <p:spPr>
          <a:xfrm>
            <a:off x="4828032" y="3840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GameJamPlus 2026</a:t>
            </a:r>
            <a:endParaRPr lang="en-US" sz="1100" dirty="0"/>
          </a:p>
        </p:txBody>
      </p:sp>
      <p:sp>
        <p:nvSpPr>
          <p:cNvPr id="15" name="chip_11"/>
          <p:cNvSpPr/>
          <p:nvPr/>
        </p:nvSpPr>
        <p:spPr>
          <a:xfrm>
            <a:off x="6547104" y="3840480"/>
            <a:ext cx="16916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o_12"/>
          <p:cNvSpPr txBox="1"/>
          <p:nvPr/>
        </p:nvSpPr>
        <p:spPr>
          <a:xfrm>
            <a:off x="6547104" y="3840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· LAN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jogo num relance</a:t>
            </a:r>
            <a:endParaRPr lang="en-US" sz="2800" dirty="0"/>
          </a:p>
        </p:txBody>
      </p:sp>
      <p:sp>
        <p:nvSpPr>
          <p:cNvPr id="3" name="texto_13"/>
          <p:cNvSpPr txBox="1"/>
          <p:nvPr/>
        </p:nvSpPr>
        <p:spPr>
          <a:xfrm>
            <a:off x="502920" y="11887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Chiefs &amp; Gems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jogo de ação em primeira pessoa para PC. Escolhes uma personagem com armas e um Super próprios e jogas com amigos em rede local: em equipas a disputar gemas, todos contra todos, ou a dois numa missão cooperativa.</a:t>
            </a:r>
            <a:endParaRPr lang="en-US" sz="1500" dirty="0"/>
          </a:p>
        </p:txBody>
      </p:sp>
      <p:sp>
        <p:nvSpPr>
          <p:cNvPr id="4" name="texto_14"/>
          <p:cNvSpPr txBox="1"/>
          <p:nvPr/>
        </p:nvSpPr>
        <p:spPr>
          <a:xfrm>
            <a:off x="502920" y="3154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avançado (alpha), jogável de ponta a ponta com build Windows.</a:t>
            </a:r>
            <a:endParaRPr lang="en-US" sz="1300" dirty="0"/>
          </a:p>
        </p:txBody>
      </p:sp>
      <p:sp>
        <p:nvSpPr>
          <p:cNvPr id="5" name="sombra_15"/>
          <p:cNvSpPr/>
          <p:nvPr/>
        </p:nvSpPr>
        <p:spPr>
          <a:xfrm>
            <a:off x="4636008" y="1207008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artao_16"/>
          <p:cNvSpPr/>
          <p:nvPr/>
        </p:nvSpPr>
        <p:spPr>
          <a:xfrm>
            <a:off x="4572000" y="1143000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7" name="texto_17"/>
          <p:cNvSpPr txBox="1"/>
          <p:nvPr/>
        </p:nvSpPr>
        <p:spPr>
          <a:xfrm>
            <a:off x="4572000" y="1252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400" dirty="0"/>
          </a:p>
        </p:txBody>
      </p:sp>
      <p:sp>
        <p:nvSpPr>
          <p:cNvPr id="8" name="texto_18"/>
          <p:cNvSpPr txBox="1"/>
          <p:nvPr/>
        </p:nvSpPr>
        <p:spPr>
          <a:xfrm>
            <a:off x="46634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personagens</a:t>
            </a:r>
            <a:endParaRPr lang="en-US" sz="1400" dirty="0"/>
          </a:p>
        </p:txBody>
      </p:sp>
      <p:sp>
        <p:nvSpPr>
          <p:cNvPr id="9" name="sombra_19"/>
          <p:cNvSpPr/>
          <p:nvPr/>
        </p:nvSpPr>
        <p:spPr>
          <a:xfrm>
            <a:off x="6693408" y="1207008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20"/>
          <p:cNvSpPr/>
          <p:nvPr/>
        </p:nvSpPr>
        <p:spPr>
          <a:xfrm>
            <a:off x="6629400" y="1143000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texto_21"/>
          <p:cNvSpPr txBox="1"/>
          <p:nvPr/>
        </p:nvSpPr>
        <p:spPr>
          <a:xfrm>
            <a:off x="6629400" y="12527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400" dirty="0"/>
          </a:p>
        </p:txBody>
      </p:sp>
      <p:sp>
        <p:nvSpPr>
          <p:cNvPr id="12" name="texto_22"/>
          <p:cNvSpPr txBox="1"/>
          <p:nvPr/>
        </p:nvSpPr>
        <p:spPr>
          <a:xfrm>
            <a:off x="67208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jogo</a:t>
            </a:r>
            <a:endParaRPr lang="en-US" sz="1400" dirty="0"/>
          </a:p>
        </p:txBody>
      </p:sp>
      <p:sp>
        <p:nvSpPr>
          <p:cNvPr id="13" name="sombra_23"/>
          <p:cNvSpPr/>
          <p:nvPr/>
        </p:nvSpPr>
        <p:spPr>
          <a:xfrm>
            <a:off x="4636008" y="2898648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cartao_24"/>
          <p:cNvSpPr/>
          <p:nvPr/>
        </p:nvSpPr>
        <p:spPr>
          <a:xfrm>
            <a:off x="4572000" y="2834640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5" name="texto_25"/>
          <p:cNvSpPr txBox="1"/>
          <p:nvPr/>
        </p:nvSpPr>
        <p:spPr>
          <a:xfrm>
            <a:off x="4572000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o_26"/>
          <p:cNvSpPr txBox="1"/>
          <p:nvPr/>
        </p:nvSpPr>
        <p:spPr>
          <a:xfrm>
            <a:off x="466344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jogáveis</a:t>
            </a:r>
            <a:endParaRPr lang="en-US" sz="1400" dirty="0"/>
          </a:p>
        </p:txBody>
      </p:sp>
      <p:sp>
        <p:nvSpPr>
          <p:cNvPr id="17" name="sombra_27"/>
          <p:cNvSpPr/>
          <p:nvPr/>
        </p:nvSpPr>
        <p:spPr>
          <a:xfrm>
            <a:off x="6693408" y="2898648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artao_28"/>
          <p:cNvSpPr/>
          <p:nvPr/>
        </p:nvSpPr>
        <p:spPr>
          <a:xfrm>
            <a:off x="6629400" y="2834640"/>
            <a:ext cx="182880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9" name="texto_29"/>
          <p:cNvSpPr txBox="1"/>
          <p:nvPr/>
        </p:nvSpPr>
        <p:spPr>
          <a:xfrm>
            <a:off x="6629400" y="2944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400" dirty="0"/>
          </a:p>
        </p:txBody>
      </p:sp>
      <p:sp>
        <p:nvSpPr>
          <p:cNvPr id="20" name="texto_30"/>
          <p:cNvSpPr txBox="1"/>
          <p:nvPr/>
        </p:nvSpPr>
        <p:spPr>
          <a:xfrm>
            <a:off x="672084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 por partida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ideias que o definem</a:t>
            </a:r>
            <a:endParaRPr lang="en-US" sz="2800" dirty="0"/>
          </a:p>
        </p:txBody>
      </p:sp>
      <p:sp>
        <p:nvSpPr>
          <p:cNvPr id="3" name="sombra_31"/>
          <p:cNvSpPr/>
          <p:nvPr/>
        </p:nvSpPr>
        <p:spPr>
          <a:xfrm>
            <a:off x="566928" y="1298448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32"/>
          <p:cNvSpPr/>
          <p:nvPr/>
        </p:nvSpPr>
        <p:spPr>
          <a:xfrm>
            <a:off x="502920" y="1234440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badge_33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icone_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623974"/>
            <a:ext cx="409651" cy="409651"/>
          </a:xfrm>
          <a:prstGeom prst="rect">
            <a:avLst/>
          </a:prstGeom>
        </p:spPr>
      </p:pic>
      <p:sp>
        <p:nvSpPr>
          <p:cNvPr id="7" name="texto_35"/>
          <p:cNvSpPr txBox="1"/>
          <p:nvPr/>
        </p:nvSpPr>
        <p:spPr>
          <a:xfrm>
            <a:off x="73152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 em 1.ª pessoa</a:t>
            </a:r>
            <a:endParaRPr lang="en-US" sz="1600" dirty="0"/>
          </a:p>
        </p:txBody>
      </p:sp>
      <p:sp>
        <p:nvSpPr>
          <p:cNvPr id="8" name="texto_36"/>
          <p:cNvSpPr txBox="1"/>
          <p:nvPr/>
        </p:nvSpPr>
        <p:spPr>
          <a:xfrm>
            <a:off x="731520" y="29718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energia de um jogo de arena por objetivos, vista de dentro: cada personagem tem os seus braços, armas e animações na 1.ª pessoa.</a:t>
            </a:r>
            <a:endParaRPr lang="en-US" sz="1300" dirty="0"/>
          </a:p>
        </p:txBody>
      </p:sp>
      <p:sp>
        <p:nvSpPr>
          <p:cNvPr id="9" name="sombra_37"/>
          <p:cNvSpPr/>
          <p:nvPr/>
        </p:nvSpPr>
        <p:spPr>
          <a:xfrm>
            <a:off x="3355848" y="1298448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38"/>
          <p:cNvSpPr/>
          <p:nvPr/>
        </p:nvSpPr>
        <p:spPr>
          <a:xfrm>
            <a:off x="3291840" y="1234440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badge_39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icone_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623974"/>
            <a:ext cx="409651" cy="409651"/>
          </a:xfrm>
          <a:prstGeom prst="rect">
            <a:avLst/>
          </a:prstGeom>
        </p:spPr>
      </p:pic>
      <p:sp>
        <p:nvSpPr>
          <p:cNvPr id="13" name="texto_41"/>
          <p:cNvSpPr txBox="1"/>
          <p:nvPr/>
        </p:nvSpPr>
        <p:spPr>
          <a:xfrm>
            <a:off x="352044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Estilos que se completam</a:t>
            </a:r>
            <a:endParaRPr lang="en-US" sz="1600" dirty="0"/>
          </a:p>
        </p:txBody>
      </p:sp>
      <p:sp>
        <p:nvSpPr>
          <p:cNvPr id="14" name="texto_42"/>
          <p:cNvSpPr txBox="1"/>
          <p:nvPr/>
        </p:nvSpPr>
        <p:spPr>
          <a:xfrm>
            <a:off x="3520440" y="29718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alcance, precisão, controlo de zona, armadilhas e explosivos. Ganha quem combina bem e protege o parceiro.</a:t>
            </a:r>
            <a:endParaRPr lang="en-US" sz="1300" dirty="0"/>
          </a:p>
        </p:txBody>
      </p:sp>
      <p:sp>
        <p:nvSpPr>
          <p:cNvPr id="15" name="sombra_43"/>
          <p:cNvSpPr/>
          <p:nvPr/>
        </p:nvSpPr>
        <p:spPr>
          <a:xfrm>
            <a:off x="6144768" y="1298448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44"/>
          <p:cNvSpPr/>
          <p:nvPr/>
        </p:nvSpPr>
        <p:spPr>
          <a:xfrm>
            <a:off x="6080760" y="1234440"/>
            <a:ext cx="2560320" cy="3154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badge_45"/>
          <p:cNvSpPr/>
          <p:nvPr/>
        </p:nvSpPr>
        <p:spPr>
          <a:xfrm>
            <a:off x="6309360" y="1463040"/>
            <a:ext cx="731520" cy="73152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8" name="icone_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1623974"/>
            <a:ext cx="409651" cy="409651"/>
          </a:xfrm>
          <a:prstGeom prst="rect">
            <a:avLst/>
          </a:prstGeom>
        </p:spPr>
      </p:pic>
      <p:sp>
        <p:nvSpPr>
          <p:cNvPr id="19" name="texto_47"/>
          <p:cNvSpPr txBox="1"/>
          <p:nvPr/>
        </p:nvSpPr>
        <p:spPr>
          <a:xfrm>
            <a:off x="630936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Cabo Verde em jogo</a:t>
            </a:r>
            <a:endParaRPr lang="en-US" sz="1600" dirty="0"/>
          </a:p>
        </p:txBody>
      </p:sp>
      <p:sp>
        <p:nvSpPr>
          <p:cNvPr id="20" name="texto_48"/>
          <p:cNvSpPr txBox="1"/>
          <p:nvPr/>
        </p:nvSpPr>
        <p:spPr>
          <a:xfrm>
            <a:off x="6309360" y="29718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Velha, Buracona e o vulcão do Fogo viram arenas. Personagens e patrocinadores locais dão identidade ao universo.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se joga</a:t>
            </a:r>
            <a:endParaRPr lang="en-US" sz="2800" dirty="0"/>
          </a:p>
        </p:txBody>
      </p:sp>
      <p:sp>
        <p:nvSpPr>
          <p:cNvPr id="3" name="sombra_49"/>
          <p:cNvSpPr/>
          <p:nvPr/>
        </p:nvSpPr>
        <p:spPr>
          <a:xfrm>
            <a:off x="566928" y="1389888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50"/>
          <p:cNvSpPr/>
          <p:nvPr/>
        </p:nvSpPr>
        <p:spPr>
          <a:xfrm>
            <a:off x="502920" y="1325880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badge_51"/>
          <p:cNvSpPr/>
          <p:nvPr/>
        </p:nvSpPr>
        <p:spPr>
          <a:xfrm>
            <a:off x="1051560" y="1508760"/>
            <a:ext cx="685800" cy="685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icone_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1659636"/>
            <a:ext cx="384048" cy="384048"/>
          </a:xfrm>
          <a:prstGeom prst="rect">
            <a:avLst/>
          </a:prstGeom>
        </p:spPr>
      </p:pic>
      <p:sp>
        <p:nvSpPr>
          <p:cNvPr id="7" name="texto_53"/>
          <p:cNvSpPr txBox="1"/>
          <p:nvPr/>
        </p:nvSpPr>
        <p:spPr>
          <a:xfrm>
            <a:off x="50292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Escolher</a:t>
            </a:r>
            <a:endParaRPr lang="en-US" sz="1700" dirty="0"/>
          </a:p>
        </p:txBody>
      </p:sp>
      <p:sp>
        <p:nvSpPr>
          <p:cNvPr id="8" name="texto_54"/>
          <p:cNvSpPr txBox="1"/>
          <p:nvPr/>
        </p:nvSpPr>
        <p:spPr>
          <a:xfrm>
            <a:off x="61264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personagem, skin e pet</a:t>
            </a:r>
            <a:endParaRPr lang="en-US" sz="1300" dirty="0"/>
          </a:p>
        </p:txBody>
      </p:sp>
      <p:sp>
        <p:nvSpPr>
          <p:cNvPr id="9" name="seta_55"/>
          <p:cNvSpPr/>
          <p:nvPr/>
        </p:nvSpPr>
        <p:spPr>
          <a:xfrm>
            <a:off x="2331720" y="2148840"/>
            <a:ext cx="228600" cy="292608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ombra_56"/>
          <p:cNvSpPr/>
          <p:nvPr/>
        </p:nvSpPr>
        <p:spPr>
          <a:xfrm>
            <a:off x="2670048" y="1389888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artao_57"/>
          <p:cNvSpPr/>
          <p:nvPr/>
        </p:nvSpPr>
        <p:spPr>
          <a:xfrm>
            <a:off x="2606040" y="1325880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2" name="badge_58"/>
          <p:cNvSpPr/>
          <p:nvPr/>
        </p:nvSpPr>
        <p:spPr>
          <a:xfrm>
            <a:off x="3154680" y="1508760"/>
            <a:ext cx="685800" cy="6858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3" name="icone_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1659636"/>
            <a:ext cx="384048" cy="384048"/>
          </a:xfrm>
          <a:prstGeom prst="rect">
            <a:avLst/>
          </a:prstGeom>
        </p:spPr>
      </p:pic>
      <p:sp>
        <p:nvSpPr>
          <p:cNvPr id="14" name="texto_60"/>
          <p:cNvSpPr txBox="1"/>
          <p:nvPr/>
        </p:nvSpPr>
        <p:spPr>
          <a:xfrm>
            <a:off x="260604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Combater</a:t>
            </a:r>
            <a:endParaRPr lang="en-US" sz="1700" dirty="0"/>
          </a:p>
        </p:txBody>
      </p:sp>
      <p:sp>
        <p:nvSpPr>
          <p:cNvPr id="15" name="texto_61"/>
          <p:cNvSpPr txBox="1"/>
          <p:nvPr/>
        </p:nvSpPr>
        <p:spPr>
          <a:xfrm>
            <a:off x="271576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carregar o Super</a:t>
            </a:r>
            <a:endParaRPr lang="en-US" sz="1300" dirty="0"/>
          </a:p>
        </p:txBody>
      </p:sp>
      <p:sp>
        <p:nvSpPr>
          <p:cNvPr id="16" name="seta_62"/>
          <p:cNvSpPr/>
          <p:nvPr/>
        </p:nvSpPr>
        <p:spPr>
          <a:xfrm>
            <a:off x="4434840" y="2148840"/>
            <a:ext cx="228600" cy="292608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sombra_63"/>
          <p:cNvSpPr/>
          <p:nvPr/>
        </p:nvSpPr>
        <p:spPr>
          <a:xfrm>
            <a:off x="4773168" y="1389888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artao_64"/>
          <p:cNvSpPr/>
          <p:nvPr/>
        </p:nvSpPr>
        <p:spPr>
          <a:xfrm>
            <a:off x="4709160" y="1325880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9" name="badge_65"/>
          <p:cNvSpPr/>
          <p:nvPr/>
        </p:nvSpPr>
        <p:spPr>
          <a:xfrm>
            <a:off x="5257800" y="1508760"/>
            <a:ext cx="685800" cy="6858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0" name="icone_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659636"/>
            <a:ext cx="384048" cy="384048"/>
          </a:xfrm>
          <a:prstGeom prst="rect">
            <a:avLst/>
          </a:prstGeom>
        </p:spPr>
      </p:pic>
      <p:sp>
        <p:nvSpPr>
          <p:cNvPr id="21" name="texto_67"/>
          <p:cNvSpPr txBox="1"/>
          <p:nvPr/>
        </p:nvSpPr>
        <p:spPr>
          <a:xfrm>
            <a:off x="470916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Cumprir</a:t>
            </a:r>
            <a:endParaRPr lang="en-US" sz="1700" dirty="0"/>
          </a:p>
        </p:txBody>
      </p:sp>
      <p:sp>
        <p:nvSpPr>
          <p:cNvPr id="22" name="texto_68"/>
          <p:cNvSpPr txBox="1"/>
          <p:nvPr/>
        </p:nvSpPr>
        <p:spPr>
          <a:xfrm>
            <a:off x="481888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modo</a:t>
            </a:r>
            <a:endParaRPr lang="en-US" sz="1300" dirty="0"/>
          </a:p>
        </p:txBody>
      </p:sp>
      <p:sp>
        <p:nvSpPr>
          <p:cNvPr id="23" name="seta_69"/>
          <p:cNvSpPr/>
          <p:nvPr/>
        </p:nvSpPr>
        <p:spPr>
          <a:xfrm>
            <a:off x="6537960" y="2148840"/>
            <a:ext cx="228600" cy="292608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ombra_70"/>
          <p:cNvSpPr/>
          <p:nvPr/>
        </p:nvSpPr>
        <p:spPr>
          <a:xfrm>
            <a:off x="6876288" y="1389888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cartao_71"/>
          <p:cNvSpPr/>
          <p:nvPr/>
        </p:nvSpPr>
        <p:spPr>
          <a:xfrm>
            <a:off x="6812280" y="1325880"/>
            <a:ext cx="1783080" cy="196596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6" name="badge_72"/>
          <p:cNvSpPr/>
          <p:nvPr/>
        </p:nvSpPr>
        <p:spPr>
          <a:xfrm>
            <a:off x="7360920" y="1508760"/>
            <a:ext cx="685800" cy="6858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7" name="icone_7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1659636"/>
            <a:ext cx="384048" cy="384048"/>
          </a:xfrm>
          <a:prstGeom prst="rect">
            <a:avLst/>
          </a:prstGeom>
        </p:spPr>
      </p:pic>
      <p:sp>
        <p:nvSpPr>
          <p:cNvPr id="28" name="texto_74"/>
          <p:cNvSpPr txBox="1"/>
          <p:nvPr/>
        </p:nvSpPr>
        <p:spPr>
          <a:xfrm>
            <a:off x="681228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Evoluir</a:t>
            </a:r>
            <a:endParaRPr lang="en-US" sz="1700" dirty="0"/>
          </a:p>
        </p:txBody>
      </p:sp>
      <p:sp>
        <p:nvSpPr>
          <p:cNvPr id="29" name="texto_75"/>
          <p:cNvSpPr txBox="1"/>
          <p:nvPr/>
        </p:nvSpPr>
        <p:spPr>
          <a:xfrm>
            <a:off x="692200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moedas, skins e missões</a:t>
            </a:r>
            <a:endParaRPr lang="en-US" sz="1300" dirty="0"/>
          </a:p>
        </p:txBody>
      </p:sp>
      <p:sp>
        <p:nvSpPr>
          <p:cNvPr id="30" name="cartao_76"/>
          <p:cNvSpPr/>
          <p:nvPr/>
        </p:nvSpPr>
        <p:spPr>
          <a:xfrm>
            <a:off x="502920" y="3657600"/>
            <a:ext cx="1783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1" name="texto_77"/>
          <p:cNvSpPr txBox="1"/>
          <p:nvPr/>
        </p:nvSpPr>
        <p:spPr>
          <a:xfrm>
            <a:off x="612648" y="37033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min</a:t>
            </a:r>
            <a:endParaRPr lang="en-US" sz="1800" dirty="0"/>
          </a:p>
        </p:txBody>
      </p:sp>
      <p:sp>
        <p:nvSpPr>
          <p:cNvPr id="32" name="texto_78"/>
          <p:cNvSpPr txBox="1"/>
          <p:nvPr/>
        </p:nvSpPr>
        <p:spPr>
          <a:xfrm>
            <a:off x="612648" y="4050792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máxima de uma partida</a:t>
            </a:r>
            <a:endParaRPr lang="en-US" sz="1100" dirty="0"/>
          </a:p>
        </p:txBody>
      </p:sp>
      <p:sp>
        <p:nvSpPr>
          <p:cNvPr id="33" name="cartao_79"/>
          <p:cNvSpPr/>
          <p:nvPr/>
        </p:nvSpPr>
        <p:spPr>
          <a:xfrm>
            <a:off x="2606040" y="3657600"/>
            <a:ext cx="1783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4" name="texto_80"/>
          <p:cNvSpPr txBox="1"/>
          <p:nvPr/>
        </p:nvSpPr>
        <p:spPr>
          <a:xfrm>
            <a:off x="2715768" y="37033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</a:t>
            </a:r>
            <a:endParaRPr lang="en-US" sz="1800" dirty="0"/>
          </a:p>
        </p:txBody>
      </p:sp>
      <p:sp>
        <p:nvSpPr>
          <p:cNvPr id="35" name="texto_81"/>
          <p:cNvSpPr txBox="1"/>
          <p:nvPr/>
        </p:nvSpPr>
        <p:spPr>
          <a:xfrm>
            <a:off x="2715768" y="4050792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voltar ao jogo após cair</a:t>
            </a:r>
            <a:endParaRPr lang="en-US" sz="1100" dirty="0"/>
          </a:p>
        </p:txBody>
      </p:sp>
      <p:sp>
        <p:nvSpPr>
          <p:cNvPr id="36" name="cartao_82"/>
          <p:cNvSpPr/>
          <p:nvPr/>
        </p:nvSpPr>
        <p:spPr>
          <a:xfrm>
            <a:off x="4709160" y="3657600"/>
            <a:ext cx="1783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7" name="texto_83"/>
          <p:cNvSpPr txBox="1"/>
          <p:nvPr/>
        </p:nvSpPr>
        <p:spPr>
          <a:xfrm>
            <a:off x="4818888" y="37033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 s</a:t>
            </a:r>
            <a:endParaRPr lang="en-US" sz="1800" dirty="0"/>
          </a:p>
        </p:txBody>
      </p:sp>
      <p:sp>
        <p:nvSpPr>
          <p:cNvPr id="38" name="texto_84"/>
          <p:cNvSpPr txBox="1"/>
          <p:nvPr/>
        </p:nvSpPr>
        <p:spPr>
          <a:xfrm>
            <a:off x="4818888" y="4050792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proteção ao renascer</a:t>
            </a:r>
            <a:endParaRPr lang="en-US" sz="1100" dirty="0"/>
          </a:p>
        </p:txBody>
      </p:sp>
      <p:sp>
        <p:nvSpPr>
          <p:cNvPr id="39" name="cartao_85"/>
          <p:cNvSpPr/>
          <p:nvPr/>
        </p:nvSpPr>
        <p:spPr>
          <a:xfrm>
            <a:off x="6812280" y="3657600"/>
            <a:ext cx="1783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0" name="texto_86"/>
          <p:cNvSpPr txBox="1"/>
          <p:nvPr/>
        </p:nvSpPr>
        <p:spPr>
          <a:xfrm>
            <a:off x="6922008" y="370332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o_87"/>
          <p:cNvSpPr txBox="1"/>
          <p:nvPr/>
        </p:nvSpPr>
        <p:spPr>
          <a:xfrm>
            <a:off x="6922008" y="4050792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de munição que recarregam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 personagens, seis maneiras de jogar</a:t>
            </a:r>
            <a:endParaRPr lang="en-US" sz="2800" dirty="0"/>
          </a:p>
        </p:txBody>
      </p:sp>
      <p:sp>
        <p:nvSpPr>
          <p:cNvPr id="3" name="sombra_88"/>
          <p:cNvSpPr/>
          <p:nvPr/>
        </p:nvSpPr>
        <p:spPr>
          <a:xfrm>
            <a:off x="5669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89"/>
          <p:cNvSpPr/>
          <p:nvPr/>
        </p:nvSpPr>
        <p:spPr>
          <a:xfrm>
            <a:off x="5029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aro_90"/>
          <p:cNvSpPr/>
          <p:nvPr/>
        </p:nvSpPr>
        <p:spPr>
          <a:xfrm>
            <a:off x="649224" y="1325880"/>
            <a:ext cx="914400" cy="9144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retrato_91" descr="C:\Users\nicol\AppData\Local\Temp\claude\C--Users-nicol-Desktop-Jogos-FPS-LAN\81625eda-4820-4031-8a3e-93ce3e1dccd6\scratchpad\deck\img\portrait_ek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71600"/>
            <a:ext cx="822960" cy="822960"/>
          </a:xfrm>
          <a:prstGeom prst="ellipse">
            <a:avLst/>
          </a:prstGeom>
        </p:spPr>
      </p:pic>
      <p:sp>
        <p:nvSpPr>
          <p:cNvPr id="7" name="texto_92"/>
          <p:cNvSpPr txBox="1"/>
          <p:nvPr/>
        </p:nvSpPr>
        <p:spPr>
          <a:xfrm>
            <a:off x="5577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Ekko</a:t>
            </a:r>
            <a:endParaRPr lang="en-US" sz="1300" dirty="0"/>
          </a:p>
        </p:txBody>
      </p:sp>
      <p:sp>
        <p:nvSpPr>
          <p:cNvPr id="8" name="texto_93"/>
          <p:cNvSpPr txBox="1"/>
          <p:nvPr/>
        </p:nvSpPr>
        <p:spPr>
          <a:xfrm>
            <a:off x="5577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Pistoleiro</a:t>
            </a:r>
            <a:endParaRPr lang="en-US" sz="1000" dirty="0"/>
          </a:p>
        </p:txBody>
      </p:sp>
      <p:sp>
        <p:nvSpPr>
          <p:cNvPr id="9" name="texto_94"/>
          <p:cNvSpPr txBox="1"/>
          <p:nvPr/>
        </p:nvSpPr>
        <p:spPr>
          <a:xfrm>
            <a:off x="5943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Rajadas rápidas e uma Minigun</a:t>
            </a:r>
            <a:endParaRPr lang="en-US" sz="1100" dirty="0"/>
          </a:p>
        </p:txBody>
      </p:sp>
      <p:sp>
        <p:nvSpPr>
          <p:cNvPr id="10" name="vida_95"/>
          <p:cNvSpPr/>
          <p:nvPr/>
        </p:nvSpPr>
        <p:spPr>
          <a:xfrm>
            <a:off x="6949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o_96"/>
          <p:cNvSpPr txBox="1"/>
          <p:nvPr/>
        </p:nvSpPr>
        <p:spPr>
          <a:xfrm>
            <a:off x="6949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HP</a:t>
            </a:r>
            <a:endParaRPr lang="en-US" sz="1200" dirty="0"/>
          </a:p>
        </p:txBody>
      </p:sp>
      <p:sp>
        <p:nvSpPr>
          <p:cNvPr id="12" name="sombra_97"/>
          <p:cNvSpPr/>
          <p:nvPr/>
        </p:nvSpPr>
        <p:spPr>
          <a:xfrm>
            <a:off x="19385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artao_98"/>
          <p:cNvSpPr/>
          <p:nvPr/>
        </p:nvSpPr>
        <p:spPr>
          <a:xfrm>
            <a:off x="18745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4" name="aro_99"/>
          <p:cNvSpPr/>
          <p:nvPr/>
        </p:nvSpPr>
        <p:spPr>
          <a:xfrm>
            <a:off x="2020824" y="1325880"/>
            <a:ext cx="914400" cy="9144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5" name="retrato_100" descr="C:\Users\nicol\AppData\Local\Temp\claude\C--Users-nicol-Desktop-Jogos-FPS-LAN\81625eda-4820-4031-8a3e-93ce3e1dccd6\scratchpad\deck\img\portrait_m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1371600"/>
            <a:ext cx="822960" cy="822960"/>
          </a:xfrm>
          <a:prstGeom prst="ellipse">
            <a:avLst/>
          </a:prstGeom>
        </p:spPr>
      </p:pic>
      <p:sp>
        <p:nvSpPr>
          <p:cNvPr id="16" name="texto_101"/>
          <p:cNvSpPr txBox="1"/>
          <p:nvPr/>
        </p:nvSpPr>
        <p:spPr>
          <a:xfrm>
            <a:off x="19293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Mr.S</a:t>
            </a:r>
            <a:endParaRPr lang="en-US" sz="1300" dirty="0"/>
          </a:p>
        </p:txBody>
      </p:sp>
      <p:sp>
        <p:nvSpPr>
          <p:cNvPr id="17" name="texto_102"/>
          <p:cNvSpPr txBox="1"/>
          <p:nvPr/>
        </p:nvSpPr>
        <p:spPr>
          <a:xfrm>
            <a:off x="19293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Artista de Rua</a:t>
            </a:r>
            <a:endParaRPr lang="en-US" sz="1000" dirty="0"/>
          </a:p>
        </p:txBody>
      </p:sp>
      <p:sp>
        <p:nvSpPr>
          <p:cNvPr id="18" name="texto_103"/>
          <p:cNvSpPr txBox="1"/>
          <p:nvPr/>
        </p:nvSpPr>
        <p:spPr>
          <a:xfrm>
            <a:off x="19659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Spray, veneno e controlo de zona</a:t>
            </a:r>
            <a:endParaRPr lang="en-US" sz="1100" dirty="0"/>
          </a:p>
        </p:txBody>
      </p:sp>
      <p:sp>
        <p:nvSpPr>
          <p:cNvPr id="19" name="vida_104"/>
          <p:cNvSpPr/>
          <p:nvPr/>
        </p:nvSpPr>
        <p:spPr>
          <a:xfrm>
            <a:off x="20665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o_105"/>
          <p:cNvSpPr txBox="1"/>
          <p:nvPr/>
        </p:nvSpPr>
        <p:spPr>
          <a:xfrm>
            <a:off x="20665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HP</a:t>
            </a:r>
            <a:endParaRPr lang="en-US" sz="1200" dirty="0"/>
          </a:p>
        </p:txBody>
      </p:sp>
      <p:sp>
        <p:nvSpPr>
          <p:cNvPr id="21" name="sombra_106"/>
          <p:cNvSpPr/>
          <p:nvPr/>
        </p:nvSpPr>
        <p:spPr>
          <a:xfrm>
            <a:off x="33101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cartao_107"/>
          <p:cNvSpPr/>
          <p:nvPr/>
        </p:nvSpPr>
        <p:spPr>
          <a:xfrm>
            <a:off x="32461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3" name="aro_108"/>
          <p:cNvSpPr/>
          <p:nvPr/>
        </p:nvSpPr>
        <p:spPr>
          <a:xfrm>
            <a:off x="3392424" y="1325880"/>
            <a:ext cx="914400" cy="9144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4" name="retrato_109" descr="C:\Users\nicol\AppData\Local\Temp\claude\C--Users-nicol-Desktop-Jogos-FPS-LAN\81625eda-4820-4031-8a3e-93ce3e1dccd6\scratchpad\deck\img\portrait_ri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371600"/>
            <a:ext cx="822960" cy="822960"/>
          </a:xfrm>
          <a:prstGeom prst="ellipse">
            <a:avLst/>
          </a:prstGeom>
        </p:spPr>
      </p:pic>
      <p:sp>
        <p:nvSpPr>
          <p:cNvPr id="25" name="texto_110"/>
          <p:cNvSpPr txBox="1"/>
          <p:nvPr/>
        </p:nvSpPr>
        <p:spPr>
          <a:xfrm>
            <a:off x="33009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Riot</a:t>
            </a:r>
            <a:endParaRPr lang="en-US" sz="1300" dirty="0"/>
          </a:p>
        </p:txBody>
      </p:sp>
      <p:sp>
        <p:nvSpPr>
          <p:cNvPr id="26" name="texto_111"/>
          <p:cNvSpPr txBox="1"/>
          <p:nvPr/>
        </p:nvSpPr>
        <p:spPr>
          <a:xfrm>
            <a:off x="33009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Arrombadora</a:t>
            </a:r>
            <a:endParaRPr lang="en-US" sz="1000" dirty="0"/>
          </a:p>
        </p:txBody>
      </p:sp>
      <p:sp>
        <p:nvSpPr>
          <p:cNvPr id="27" name="texto_112"/>
          <p:cNvSpPr txBox="1"/>
          <p:nvPr/>
        </p:nvSpPr>
        <p:spPr>
          <a:xfrm>
            <a:off x="33375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Caçadeira devastadora de perto</a:t>
            </a:r>
            <a:endParaRPr lang="en-US" sz="1100" dirty="0"/>
          </a:p>
        </p:txBody>
      </p:sp>
      <p:sp>
        <p:nvSpPr>
          <p:cNvPr id="28" name="vida_113"/>
          <p:cNvSpPr/>
          <p:nvPr/>
        </p:nvSpPr>
        <p:spPr>
          <a:xfrm>
            <a:off x="34381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9" name="texto_114"/>
          <p:cNvSpPr txBox="1"/>
          <p:nvPr/>
        </p:nvSpPr>
        <p:spPr>
          <a:xfrm>
            <a:off x="34381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HP</a:t>
            </a:r>
            <a:endParaRPr lang="en-US" sz="1200" dirty="0"/>
          </a:p>
        </p:txBody>
      </p:sp>
      <p:sp>
        <p:nvSpPr>
          <p:cNvPr id="30" name="sombra_115"/>
          <p:cNvSpPr/>
          <p:nvPr/>
        </p:nvSpPr>
        <p:spPr>
          <a:xfrm>
            <a:off x="46817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cartao_116"/>
          <p:cNvSpPr/>
          <p:nvPr/>
        </p:nvSpPr>
        <p:spPr>
          <a:xfrm>
            <a:off x="46177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2" name="aro_117"/>
          <p:cNvSpPr/>
          <p:nvPr/>
        </p:nvSpPr>
        <p:spPr>
          <a:xfrm>
            <a:off x="4764024" y="1325880"/>
            <a:ext cx="914400" cy="9144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3" name="retrato_118" descr="C:\Users\nicol\AppData\Local\Temp\claude\C--Users-nicol-Desktop-Jogos-FPS-LAN\81625eda-4820-4031-8a3e-93ce3e1dccd6\scratchpad\deck\img\portrait_lup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371600"/>
            <a:ext cx="822960" cy="822960"/>
          </a:xfrm>
          <a:prstGeom prst="ellipse">
            <a:avLst/>
          </a:prstGeom>
        </p:spPr>
      </p:pic>
      <p:sp>
        <p:nvSpPr>
          <p:cNvPr id="34" name="texto_119"/>
          <p:cNvSpPr txBox="1"/>
          <p:nvPr/>
        </p:nvSpPr>
        <p:spPr>
          <a:xfrm>
            <a:off x="46725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Lupus Marinus</a:t>
            </a:r>
            <a:endParaRPr lang="en-US" sz="1100" dirty="0"/>
          </a:p>
        </p:txBody>
      </p:sp>
      <p:sp>
        <p:nvSpPr>
          <p:cNvPr id="35" name="texto_120"/>
          <p:cNvSpPr txBox="1"/>
          <p:nvPr/>
        </p:nvSpPr>
        <p:spPr>
          <a:xfrm>
            <a:off x="46725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Demolidor</a:t>
            </a:r>
            <a:endParaRPr lang="en-US" sz="1000" dirty="0"/>
          </a:p>
        </p:txBody>
      </p:sp>
      <p:sp>
        <p:nvSpPr>
          <p:cNvPr id="36" name="texto_121"/>
          <p:cNvSpPr txBox="1"/>
          <p:nvPr/>
        </p:nvSpPr>
        <p:spPr>
          <a:xfrm>
            <a:off x="47091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Dinamite em arco e minas</a:t>
            </a:r>
            <a:endParaRPr lang="en-US" sz="1100" dirty="0"/>
          </a:p>
        </p:txBody>
      </p:sp>
      <p:sp>
        <p:nvSpPr>
          <p:cNvPr id="37" name="vida_122"/>
          <p:cNvSpPr/>
          <p:nvPr/>
        </p:nvSpPr>
        <p:spPr>
          <a:xfrm>
            <a:off x="48097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8" name="texto_123"/>
          <p:cNvSpPr txBox="1"/>
          <p:nvPr/>
        </p:nvSpPr>
        <p:spPr>
          <a:xfrm>
            <a:off x="48097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HP</a:t>
            </a:r>
            <a:endParaRPr lang="en-US" sz="1200" dirty="0"/>
          </a:p>
        </p:txBody>
      </p:sp>
      <p:sp>
        <p:nvSpPr>
          <p:cNvPr id="39" name="sombra_124"/>
          <p:cNvSpPr/>
          <p:nvPr/>
        </p:nvSpPr>
        <p:spPr>
          <a:xfrm>
            <a:off x="60533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cartao_125"/>
          <p:cNvSpPr/>
          <p:nvPr/>
        </p:nvSpPr>
        <p:spPr>
          <a:xfrm>
            <a:off x="59893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1" name="aro_126"/>
          <p:cNvSpPr/>
          <p:nvPr/>
        </p:nvSpPr>
        <p:spPr>
          <a:xfrm>
            <a:off x="6135624" y="1325880"/>
            <a:ext cx="914400" cy="9144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42" name="retrato_127" descr="C:\Users\nicol\AppData\Local\Temp\claude\C--Users-nicol-Desktop-Jogos-FPS-LAN\81625eda-4820-4031-8a3e-93ce3e1dccd6\scratchpad\deck\img\portrait_nc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371600"/>
            <a:ext cx="822960" cy="822960"/>
          </a:xfrm>
          <a:prstGeom prst="ellipse">
            <a:avLst/>
          </a:prstGeom>
        </p:spPr>
      </p:pic>
      <p:sp>
        <p:nvSpPr>
          <p:cNvPr id="43" name="texto_128"/>
          <p:cNvSpPr txBox="1"/>
          <p:nvPr/>
        </p:nvSpPr>
        <p:spPr>
          <a:xfrm>
            <a:off x="60441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N.Cage</a:t>
            </a:r>
            <a:endParaRPr lang="en-US" sz="1300" dirty="0"/>
          </a:p>
        </p:txBody>
      </p:sp>
      <p:sp>
        <p:nvSpPr>
          <p:cNvPr id="44" name="texto_129"/>
          <p:cNvSpPr txBox="1"/>
          <p:nvPr/>
        </p:nvSpPr>
        <p:spPr>
          <a:xfrm>
            <a:off x="60441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Sabotador</a:t>
            </a:r>
            <a:endParaRPr lang="en-US" sz="1000" dirty="0"/>
          </a:p>
        </p:txBody>
      </p:sp>
      <p:sp>
        <p:nvSpPr>
          <p:cNvPr id="45" name="texto_130"/>
          <p:cNvSpPr txBox="1"/>
          <p:nvPr/>
        </p:nvSpPr>
        <p:spPr>
          <a:xfrm>
            <a:off x="60807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em leque e armadilhas</a:t>
            </a:r>
            <a:endParaRPr lang="en-US" sz="1100" dirty="0"/>
          </a:p>
        </p:txBody>
      </p:sp>
      <p:sp>
        <p:nvSpPr>
          <p:cNvPr id="46" name="vida_131"/>
          <p:cNvSpPr/>
          <p:nvPr/>
        </p:nvSpPr>
        <p:spPr>
          <a:xfrm>
            <a:off x="61813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7" name="texto_132"/>
          <p:cNvSpPr txBox="1"/>
          <p:nvPr/>
        </p:nvSpPr>
        <p:spPr>
          <a:xfrm>
            <a:off x="61813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HP</a:t>
            </a:r>
            <a:endParaRPr lang="en-US" sz="1200" dirty="0"/>
          </a:p>
        </p:txBody>
      </p:sp>
      <p:sp>
        <p:nvSpPr>
          <p:cNvPr id="48" name="sombra_133"/>
          <p:cNvSpPr/>
          <p:nvPr/>
        </p:nvSpPr>
        <p:spPr>
          <a:xfrm>
            <a:off x="7424928" y="1252728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cartao_134"/>
          <p:cNvSpPr/>
          <p:nvPr/>
        </p:nvSpPr>
        <p:spPr>
          <a:xfrm>
            <a:off x="7360920" y="1188720"/>
            <a:ext cx="1207008" cy="32004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0" name="aro_135"/>
          <p:cNvSpPr/>
          <p:nvPr/>
        </p:nvSpPr>
        <p:spPr>
          <a:xfrm>
            <a:off x="7507224" y="1325880"/>
            <a:ext cx="914400" cy="9144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51" name="retrato_136" descr="C:\Users\nicol\AppData\Local\Temp\claude\C--Users-nicol-Desktop-Jogos-FPS-LAN\81625eda-4820-4031-8a3e-93ce3e1dccd6\scratchpad\deck\img\portrait_li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371600"/>
            <a:ext cx="822960" cy="822960"/>
          </a:xfrm>
          <a:prstGeom prst="ellipse">
            <a:avLst/>
          </a:prstGeom>
        </p:spPr>
      </p:pic>
      <p:sp>
        <p:nvSpPr>
          <p:cNvPr id="52" name="texto_137"/>
          <p:cNvSpPr txBox="1"/>
          <p:nvPr/>
        </p:nvSpPr>
        <p:spPr>
          <a:xfrm>
            <a:off x="7415784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Lince</a:t>
            </a:r>
            <a:endParaRPr lang="en-US" sz="1300" dirty="0"/>
          </a:p>
        </p:txBody>
      </p:sp>
      <p:sp>
        <p:nvSpPr>
          <p:cNvPr id="53" name="texto_138"/>
          <p:cNvSpPr txBox="1"/>
          <p:nvPr/>
        </p:nvSpPr>
        <p:spPr>
          <a:xfrm>
            <a:off x="7415784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Atirador</a:t>
            </a:r>
            <a:endParaRPr lang="en-US" sz="1000" dirty="0"/>
          </a:p>
        </p:txBody>
      </p:sp>
      <p:sp>
        <p:nvSpPr>
          <p:cNvPr id="54" name="texto_139"/>
          <p:cNvSpPr txBox="1"/>
          <p:nvPr/>
        </p:nvSpPr>
        <p:spPr>
          <a:xfrm>
            <a:off x="7452360" y="303580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longa e o Tiro Fatal</a:t>
            </a:r>
            <a:endParaRPr lang="en-US" sz="1100" dirty="0"/>
          </a:p>
        </p:txBody>
      </p:sp>
      <p:sp>
        <p:nvSpPr>
          <p:cNvPr id="55" name="vida_140"/>
          <p:cNvSpPr/>
          <p:nvPr/>
        </p:nvSpPr>
        <p:spPr>
          <a:xfrm>
            <a:off x="7552944" y="3904488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6" name="texto_141"/>
          <p:cNvSpPr txBox="1"/>
          <p:nvPr/>
        </p:nvSpPr>
        <p:spPr>
          <a:xfrm>
            <a:off x="7552944" y="39044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HP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Ataques e Supers</a:t>
            </a:r>
            <a:endParaRPr lang="en-US" sz="2800" dirty="0"/>
          </a:p>
        </p:txBody>
      </p:sp>
      <p:sp>
        <p:nvSpPr>
          <p:cNvPr id="3" name="sombra_142"/>
          <p:cNvSpPr/>
          <p:nvPr/>
        </p:nvSpPr>
        <p:spPr>
          <a:xfrm>
            <a:off x="566928" y="1207008"/>
            <a:ext cx="81381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143"/>
          <p:cNvSpPr/>
          <p:nvPr/>
        </p:nvSpPr>
        <p:spPr>
          <a:xfrm>
            <a:off x="502920" y="1143000"/>
            <a:ext cx="813816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graphicFrame>
        <p:nvGraphicFramePr>
          <p:cNvPr id="7" name="tabela_ataq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79552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2514600"/>
                <a:gridCol w="28803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Personagem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Vida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Ataque principal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Super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Carga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Ekko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Rajada de 5 balas × 12 (26 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Minigun: 3,2 s, até 10 rajadas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Mr.S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Dois jatos de spray (cone de 7,5 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latas: zona de veneno 12 s, 8/s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Riot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Caçadeira: 6 bagos × 9 (13 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 bagos × 17, empurra e parte cobertura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Lupus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TNT em arco: 40 de área (18 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 minas: 55 de área e empurrão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N.Cage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flechas em leque × 33 (24 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armadilhas: prendem 5 s e envenenam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Tiro de precisão: 38, 50 na cabeça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Tiro Fatal: na cabeça, elimina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o_144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Todos: 3 cargas de munição · facada de curto alcance (42 de dano) · regeneração ao fim de 3 s sem dano.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Primeira pessoa com personalidade</a:t>
            </a:r>
            <a:endParaRPr lang="en-US" sz="2800" dirty="0"/>
          </a:p>
        </p:txBody>
      </p:sp>
      <p:sp>
        <p:nvSpPr>
          <p:cNvPr id="3" name="sombra_145"/>
          <p:cNvSpPr/>
          <p:nvPr/>
        </p:nvSpPr>
        <p:spPr>
          <a:xfrm>
            <a:off x="566928" y="1207008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146"/>
          <p:cNvSpPr/>
          <p:nvPr/>
        </p:nvSpPr>
        <p:spPr>
          <a:xfrm>
            <a:off x="502920" y="114300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5" name="imagem_147" descr="C:\Users\nicol\AppData\Local\Temp\claude\C--Users-nicol-Desktop-Jogos-FPS-LAN\81625eda-4820-4031-8a3e-93ce3e1dccd6\scratchpad\deck\img\fpc_ekk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07008"/>
            <a:ext cx="2432304" cy="1197864"/>
          </a:xfrm>
          <a:prstGeom prst="rect">
            <a:avLst/>
          </a:prstGeom>
        </p:spPr>
      </p:pic>
      <p:sp>
        <p:nvSpPr>
          <p:cNvPr id="6" name="texto_148"/>
          <p:cNvSpPr txBox="1"/>
          <p:nvPr/>
        </p:nvSpPr>
        <p:spPr>
          <a:xfrm>
            <a:off x="50292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Ekko · SMG duplas</a:t>
            </a:r>
            <a:endParaRPr lang="en-US" sz="1100" dirty="0"/>
          </a:p>
        </p:txBody>
      </p:sp>
      <p:sp>
        <p:nvSpPr>
          <p:cNvPr id="7" name="sombra_149"/>
          <p:cNvSpPr/>
          <p:nvPr/>
        </p:nvSpPr>
        <p:spPr>
          <a:xfrm>
            <a:off x="3310128" y="1207008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artao_150"/>
          <p:cNvSpPr/>
          <p:nvPr/>
        </p:nvSpPr>
        <p:spPr>
          <a:xfrm>
            <a:off x="3246120" y="114300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9" name="imagem_151" descr="C:\Users\nicol\AppData\Local\Temp\claude\C--Users-nicol-Desktop-Jogos-FPS-LAN\81625eda-4820-4031-8a3e-93ce3e1dccd6\scratchpad\deck\img\fpc_ncag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0128" y="1207008"/>
            <a:ext cx="2432304" cy="1197864"/>
          </a:xfrm>
          <a:prstGeom prst="rect">
            <a:avLst/>
          </a:prstGeom>
        </p:spPr>
      </p:pic>
      <p:sp>
        <p:nvSpPr>
          <p:cNvPr id="10" name="texto_152"/>
          <p:cNvSpPr txBox="1"/>
          <p:nvPr/>
        </p:nvSpPr>
        <p:spPr>
          <a:xfrm>
            <a:off x="324612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N.Cage · arco</a:t>
            </a:r>
            <a:endParaRPr lang="en-US" sz="1100" dirty="0"/>
          </a:p>
        </p:txBody>
      </p:sp>
      <p:sp>
        <p:nvSpPr>
          <p:cNvPr id="11" name="sombra_153"/>
          <p:cNvSpPr/>
          <p:nvPr/>
        </p:nvSpPr>
        <p:spPr>
          <a:xfrm>
            <a:off x="566928" y="2898648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cartao_154"/>
          <p:cNvSpPr/>
          <p:nvPr/>
        </p:nvSpPr>
        <p:spPr>
          <a:xfrm>
            <a:off x="50292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13" name="imagem_155" descr="C:\Users\nicol\AppData\Local\Temp\claude\C--Users-nicol-Desktop-Jogos-FPS-LAN\81625eda-4820-4031-8a3e-93ce3e1dccd6\scratchpad\deck\img\fpc_rio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2898648"/>
            <a:ext cx="2432304" cy="1197864"/>
          </a:xfrm>
          <a:prstGeom prst="rect">
            <a:avLst/>
          </a:prstGeom>
        </p:spPr>
      </p:pic>
      <p:sp>
        <p:nvSpPr>
          <p:cNvPr id="14" name="texto_156"/>
          <p:cNvSpPr txBox="1"/>
          <p:nvPr/>
        </p:nvSpPr>
        <p:spPr>
          <a:xfrm>
            <a:off x="50292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· caçadeira</a:t>
            </a:r>
            <a:endParaRPr lang="en-US" sz="1100" dirty="0"/>
          </a:p>
        </p:txBody>
      </p:sp>
      <p:sp>
        <p:nvSpPr>
          <p:cNvPr id="15" name="sombra_157"/>
          <p:cNvSpPr/>
          <p:nvPr/>
        </p:nvSpPr>
        <p:spPr>
          <a:xfrm>
            <a:off x="3310128" y="2898648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158"/>
          <p:cNvSpPr/>
          <p:nvPr/>
        </p:nvSpPr>
        <p:spPr>
          <a:xfrm>
            <a:off x="324612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17" name="imagem_159" descr="C:\Users\nicol\AppData\Local\Temp\claude\C--Users-nicol-Desktop-Jogos-FPS-LAN\81625eda-4820-4031-8a3e-93ce3e1dccd6\scratchpad\deck\img\fpc_linc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10128" y="2898648"/>
            <a:ext cx="2432304" cy="1197864"/>
          </a:xfrm>
          <a:prstGeom prst="rect">
            <a:avLst/>
          </a:prstGeom>
        </p:spPr>
      </p:pic>
      <p:sp>
        <p:nvSpPr>
          <p:cNvPr id="18" name="texto_160"/>
          <p:cNvSpPr txBox="1"/>
          <p:nvPr/>
        </p:nvSpPr>
        <p:spPr>
          <a:xfrm>
            <a:off x="324612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Lince · sniper</a:t>
            </a:r>
            <a:endParaRPr lang="en-US" sz="1100" dirty="0"/>
          </a:p>
        </p:txBody>
      </p:sp>
      <p:sp>
        <p:nvSpPr>
          <p:cNvPr id="19" name="cartao_161"/>
          <p:cNvSpPr/>
          <p:nvPr/>
        </p:nvSpPr>
        <p:spPr>
          <a:xfrm>
            <a:off x="6080760" y="1143000"/>
            <a:ext cx="2560320" cy="3200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o_162"/>
          <p:cNvSpPr txBox="1"/>
          <p:nvPr/>
        </p:nvSpPr>
        <p:spPr>
          <a:xfrm>
            <a:off x="6263640" y="132588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Braços e mãos com anatomia, tom de pele e roupa de cada personagem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Armas em 3D, com recarga, recuo, Super e facada animados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própria por arma: punho, lata, corda do arco, pump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 modos de jogo</a:t>
            </a:r>
            <a:endParaRPr lang="en-US" sz="2800" dirty="0"/>
          </a:p>
        </p:txBody>
      </p:sp>
      <p:sp>
        <p:nvSpPr>
          <p:cNvPr id="3" name="sombra_163"/>
          <p:cNvSpPr/>
          <p:nvPr/>
        </p:nvSpPr>
        <p:spPr>
          <a:xfrm>
            <a:off x="566928" y="120700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164"/>
          <p:cNvSpPr/>
          <p:nvPr/>
        </p:nvSpPr>
        <p:spPr>
          <a:xfrm>
            <a:off x="502920" y="114300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badge_165"/>
          <p:cNvSpPr/>
          <p:nvPr/>
        </p:nvSpPr>
        <p:spPr>
          <a:xfrm>
            <a:off x="667512" y="1325880"/>
            <a:ext cx="566928" cy="56692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icone_16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236" y="1450604"/>
            <a:ext cx="317480" cy="317480"/>
          </a:xfrm>
          <a:prstGeom prst="rect">
            <a:avLst/>
          </a:prstGeom>
        </p:spPr>
      </p:pic>
      <p:sp>
        <p:nvSpPr>
          <p:cNvPr id="7" name="texto_167"/>
          <p:cNvSpPr txBox="1"/>
          <p:nvPr/>
        </p:nvSpPr>
        <p:spPr>
          <a:xfrm>
            <a:off x="1344168" y="1344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Deathmatch</a:t>
            </a:r>
            <a:endParaRPr lang="en-US" sz="1500" dirty="0"/>
          </a:p>
        </p:txBody>
      </p:sp>
      <p:sp>
        <p:nvSpPr>
          <p:cNvPr id="8" name="texto_168"/>
          <p:cNvSpPr txBox="1"/>
          <p:nvPr/>
        </p:nvSpPr>
        <p:spPr>
          <a:xfrm>
            <a:off x="68580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contra todos. Ganha quem chega a 15 eliminações.</a:t>
            </a:r>
            <a:endParaRPr lang="en-US" sz="1200" dirty="0"/>
          </a:p>
        </p:txBody>
      </p:sp>
      <p:sp>
        <p:nvSpPr>
          <p:cNvPr id="9" name="sombra_169"/>
          <p:cNvSpPr/>
          <p:nvPr/>
        </p:nvSpPr>
        <p:spPr>
          <a:xfrm>
            <a:off x="3310128" y="120700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170"/>
          <p:cNvSpPr/>
          <p:nvPr/>
        </p:nvSpPr>
        <p:spPr>
          <a:xfrm>
            <a:off x="3246120" y="114300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badge_171"/>
          <p:cNvSpPr/>
          <p:nvPr/>
        </p:nvSpPr>
        <p:spPr>
          <a:xfrm>
            <a:off x="3410712" y="1325880"/>
            <a:ext cx="566928" cy="566928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icone_1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36" y="1450604"/>
            <a:ext cx="317480" cy="317480"/>
          </a:xfrm>
          <a:prstGeom prst="rect">
            <a:avLst/>
          </a:prstGeom>
        </p:spPr>
      </p:pic>
      <p:sp>
        <p:nvSpPr>
          <p:cNvPr id="13" name="texto_173"/>
          <p:cNvSpPr txBox="1"/>
          <p:nvPr/>
        </p:nvSpPr>
        <p:spPr>
          <a:xfrm>
            <a:off x="4087368" y="1344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Wipeout</a:t>
            </a:r>
            <a:endParaRPr lang="en-US" sz="1500" dirty="0"/>
          </a:p>
        </p:txBody>
      </p:sp>
      <p:sp>
        <p:nvSpPr>
          <p:cNvPr id="14" name="texto_174"/>
          <p:cNvSpPr txBox="1"/>
          <p:nvPr/>
        </p:nvSpPr>
        <p:spPr>
          <a:xfrm>
            <a:off x="342900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equipas, 10 eliminações. Sem fogo amigo.</a:t>
            </a:r>
            <a:endParaRPr lang="en-US" sz="1200" dirty="0"/>
          </a:p>
        </p:txBody>
      </p:sp>
      <p:sp>
        <p:nvSpPr>
          <p:cNvPr id="15" name="sombra_175"/>
          <p:cNvSpPr/>
          <p:nvPr/>
        </p:nvSpPr>
        <p:spPr>
          <a:xfrm>
            <a:off x="6053328" y="120700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176"/>
          <p:cNvSpPr/>
          <p:nvPr/>
        </p:nvSpPr>
        <p:spPr>
          <a:xfrm>
            <a:off x="5989320" y="114300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badge_177"/>
          <p:cNvSpPr/>
          <p:nvPr/>
        </p:nvSpPr>
        <p:spPr>
          <a:xfrm>
            <a:off x="6153912" y="1325880"/>
            <a:ext cx="566928" cy="56692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8" name="icone_1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636" y="1450604"/>
            <a:ext cx="317480" cy="317480"/>
          </a:xfrm>
          <a:prstGeom prst="rect">
            <a:avLst/>
          </a:prstGeom>
        </p:spPr>
      </p:pic>
      <p:sp>
        <p:nvSpPr>
          <p:cNvPr id="19" name="texto_179"/>
          <p:cNvSpPr txBox="1"/>
          <p:nvPr/>
        </p:nvSpPr>
        <p:spPr>
          <a:xfrm>
            <a:off x="6830568" y="1344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Knockout</a:t>
            </a:r>
            <a:endParaRPr lang="en-US" sz="1500" dirty="0"/>
          </a:p>
        </p:txBody>
      </p:sp>
      <p:sp>
        <p:nvSpPr>
          <p:cNvPr id="20" name="texto_180"/>
          <p:cNvSpPr txBox="1"/>
          <p:nvPr/>
        </p:nvSpPr>
        <p:spPr>
          <a:xfrm>
            <a:off x="617220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de 90 s sem renascer. Vence quem ganhar 2.</a:t>
            </a:r>
            <a:endParaRPr lang="en-US" sz="1200" dirty="0"/>
          </a:p>
        </p:txBody>
      </p:sp>
      <p:sp>
        <p:nvSpPr>
          <p:cNvPr id="21" name="sombra_181"/>
          <p:cNvSpPr/>
          <p:nvPr/>
        </p:nvSpPr>
        <p:spPr>
          <a:xfrm>
            <a:off x="566928" y="285292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cartao_182"/>
          <p:cNvSpPr/>
          <p:nvPr/>
        </p:nvSpPr>
        <p:spPr>
          <a:xfrm>
            <a:off x="502920" y="278892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3" name="badge_183"/>
          <p:cNvSpPr/>
          <p:nvPr/>
        </p:nvSpPr>
        <p:spPr>
          <a:xfrm>
            <a:off x="667512" y="2971800"/>
            <a:ext cx="566928" cy="56692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4" name="icone_18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36" y="3096524"/>
            <a:ext cx="317480" cy="317480"/>
          </a:xfrm>
          <a:prstGeom prst="rect">
            <a:avLst/>
          </a:prstGeom>
        </p:spPr>
      </p:pic>
      <p:sp>
        <p:nvSpPr>
          <p:cNvPr id="25" name="texto_185"/>
          <p:cNvSpPr txBox="1"/>
          <p:nvPr/>
        </p:nvSpPr>
        <p:spPr>
          <a:xfrm>
            <a:off x="1344168" y="29900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Showdown</a:t>
            </a:r>
            <a:endParaRPr lang="en-US" sz="1500" dirty="0"/>
          </a:p>
        </p:txBody>
      </p:sp>
      <p:sp>
        <p:nvSpPr>
          <p:cNvPr id="26" name="texto_186"/>
          <p:cNvSpPr txBox="1"/>
          <p:nvPr/>
        </p:nvSpPr>
        <p:spPr>
          <a:xfrm>
            <a:off x="685800" y="3593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renascer: o último de pé ganha. No Fogo, a cinza aperta.</a:t>
            </a:r>
            <a:endParaRPr lang="en-US" sz="1200" dirty="0"/>
          </a:p>
        </p:txBody>
      </p:sp>
      <p:sp>
        <p:nvSpPr>
          <p:cNvPr id="27" name="sombra_187"/>
          <p:cNvSpPr/>
          <p:nvPr/>
        </p:nvSpPr>
        <p:spPr>
          <a:xfrm>
            <a:off x="3310128" y="285292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cartao_188"/>
          <p:cNvSpPr/>
          <p:nvPr/>
        </p:nvSpPr>
        <p:spPr>
          <a:xfrm>
            <a:off x="3246120" y="278892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9" name="badge_189"/>
          <p:cNvSpPr/>
          <p:nvPr/>
        </p:nvSpPr>
        <p:spPr>
          <a:xfrm>
            <a:off x="3410712" y="2971800"/>
            <a:ext cx="566928" cy="56692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0" name="icone_19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436" y="3096524"/>
            <a:ext cx="317480" cy="317480"/>
          </a:xfrm>
          <a:prstGeom prst="rect">
            <a:avLst/>
          </a:prstGeom>
        </p:spPr>
      </p:pic>
      <p:sp>
        <p:nvSpPr>
          <p:cNvPr id="31" name="texto_191"/>
          <p:cNvSpPr txBox="1"/>
          <p:nvPr/>
        </p:nvSpPr>
        <p:spPr>
          <a:xfrm>
            <a:off x="4087368" y="29900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 Rush</a:t>
            </a:r>
            <a:endParaRPr lang="en-US" sz="1500" dirty="0"/>
          </a:p>
        </p:txBody>
      </p:sp>
      <p:sp>
        <p:nvSpPr>
          <p:cNvPr id="32" name="texto_192"/>
          <p:cNvSpPr txBox="1"/>
          <p:nvPr/>
        </p:nvSpPr>
        <p:spPr>
          <a:xfrm>
            <a:off x="3429000" y="3593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Equipas disputam gemas. Segura 10 durante 15 s.</a:t>
            </a:r>
            <a:endParaRPr lang="en-US" sz="1200" dirty="0"/>
          </a:p>
        </p:txBody>
      </p:sp>
      <p:sp>
        <p:nvSpPr>
          <p:cNvPr id="33" name="sombra_193"/>
          <p:cNvSpPr/>
          <p:nvPr/>
        </p:nvSpPr>
        <p:spPr>
          <a:xfrm>
            <a:off x="6053328" y="2852928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cartao_194"/>
          <p:cNvSpPr/>
          <p:nvPr/>
        </p:nvSpPr>
        <p:spPr>
          <a:xfrm>
            <a:off x="5989320" y="2788920"/>
            <a:ext cx="2514600" cy="1417320"/>
          </a:xfrm>
          <a:prstGeom prst="roundRect">
            <a:avLst>
              <a:gd name="adj" fmla="val 9032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5" name="badge_195"/>
          <p:cNvSpPr/>
          <p:nvPr/>
        </p:nvSpPr>
        <p:spPr>
          <a:xfrm>
            <a:off x="6153912" y="2971800"/>
            <a:ext cx="566928" cy="56692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6" name="icone_19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636" y="3096524"/>
            <a:ext cx="317480" cy="317480"/>
          </a:xfrm>
          <a:prstGeom prst="rect">
            <a:avLst/>
          </a:prstGeom>
        </p:spPr>
      </p:pic>
      <p:sp>
        <p:nvSpPr>
          <p:cNvPr id="37" name="texto_197"/>
          <p:cNvSpPr txBox="1"/>
          <p:nvPr/>
        </p:nvSpPr>
        <p:spPr>
          <a:xfrm>
            <a:off x="6830568" y="29900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Takes Two</a:t>
            </a:r>
            <a:endParaRPr lang="en-US" sz="1500" dirty="0"/>
          </a:p>
        </p:txBody>
      </p:sp>
      <p:sp>
        <p:nvSpPr>
          <p:cNvPr id="38" name="texto_198"/>
          <p:cNvSpPr txBox="1"/>
          <p:nvPr/>
        </p:nvSpPr>
        <p:spPr>
          <a:xfrm>
            <a:off x="6172200" y="3593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Cooperativo a dois: a missão The Pelourinho Heist.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 Rush, o modo de assinatura</a:t>
            </a:r>
            <a:endParaRPr lang="en-US" sz="2800" dirty="0"/>
          </a:p>
        </p:txBody>
      </p:sp>
      <p:sp>
        <p:nvSpPr>
          <p:cNvPr id="3" name="sombra_199"/>
          <p:cNvSpPr/>
          <p:nvPr/>
        </p:nvSpPr>
        <p:spPr>
          <a:xfrm>
            <a:off x="566928" y="1207008"/>
            <a:ext cx="420624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200"/>
          <p:cNvSpPr/>
          <p:nvPr/>
        </p:nvSpPr>
        <p:spPr>
          <a:xfrm>
            <a:off x="502920" y="1143000"/>
            <a:ext cx="420624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5" name="imagem_201" descr="C:\Users\nicol\AppData\Local\Temp\claude\C--Users-nicol-Desktop-Jogos-FPS-LAN\81625eda-4820-4031-8a3e-93ce3e1dccd6\scratchpad\deck\img\cv_re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07008"/>
            <a:ext cx="4078224" cy="2249424"/>
          </a:xfrm>
          <a:prstGeom prst="rect">
            <a:avLst/>
          </a:prstGeom>
        </p:spPr>
      </p:pic>
      <p:sp>
        <p:nvSpPr>
          <p:cNvPr id="6" name="texto_202"/>
          <p:cNvSpPr txBox="1"/>
          <p:nvPr/>
        </p:nvSpPr>
        <p:spPr>
          <a:xfrm>
            <a:off x="50292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Velha (Santiago), com o Pelourinho no centro</a:t>
            </a:r>
            <a:endParaRPr lang="en-US" sz="1100" dirty="0"/>
          </a:p>
        </p:txBody>
      </p:sp>
      <p:sp>
        <p:nvSpPr>
          <p:cNvPr id="7" name="gema_203"/>
          <p:cNvSpPr/>
          <p:nvPr/>
        </p:nvSpPr>
        <p:spPr>
          <a:xfrm>
            <a:off x="5074920" y="1298448"/>
            <a:ext cx="315468" cy="274320"/>
          </a:xfrm>
          <a:prstGeom prst="hexagon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o_204"/>
          <p:cNvSpPr txBox="1"/>
          <p:nvPr/>
        </p:nvSpPr>
        <p:spPr>
          <a:xfrm>
            <a:off x="5532120" y="1188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uma gema a cada 7 s no centro (até 20 no campo)</a:t>
            </a:r>
            <a:endParaRPr lang="en-US" sz="1400" dirty="0"/>
          </a:p>
        </p:txBody>
      </p:sp>
      <p:sp>
        <p:nvSpPr>
          <p:cNvPr id="9" name="gema_205"/>
          <p:cNvSpPr/>
          <p:nvPr/>
        </p:nvSpPr>
        <p:spPr>
          <a:xfrm>
            <a:off x="5074920" y="2075688"/>
            <a:ext cx="315468" cy="274320"/>
          </a:xfrm>
          <a:prstGeom prst="hexagon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texto_206"/>
          <p:cNvSpPr txBox="1"/>
          <p:nvPr/>
        </p:nvSpPr>
        <p:spPr>
          <a:xfrm>
            <a:off x="5532120" y="1965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a equipa que liderar com 10 ou mais gemas durante 15 s</a:t>
            </a:r>
            <a:endParaRPr lang="en-US" sz="1400" dirty="0"/>
          </a:p>
        </p:txBody>
      </p:sp>
      <p:sp>
        <p:nvSpPr>
          <p:cNvPr id="11" name="gema_207"/>
          <p:cNvSpPr/>
          <p:nvPr/>
        </p:nvSpPr>
        <p:spPr>
          <a:xfrm>
            <a:off x="5074920" y="2852928"/>
            <a:ext cx="315468" cy="274320"/>
          </a:xfrm>
          <a:prstGeom prst="hexagon">
            <a:avLst/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o_208"/>
          <p:cNvSpPr txBox="1"/>
          <p:nvPr/>
        </p:nvSpPr>
        <p:spPr>
          <a:xfrm>
            <a:off x="5532120" y="2743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cai larga as gemas: tudo pode virar no último segundo</a:t>
            </a:r>
            <a:endParaRPr lang="en-US" sz="1400" dirty="0"/>
          </a:p>
        </p:txBody>
      </p:sp>
      <p:sp>
        <p:nvSpPr>
          <p:cNvPr id="13" name="gema_209"/>
          <p:cNvSpPr/>
          <p:nvPr/>
        </p:nvSpPr>
        <p:spPr>
          <a:xfrm>
            <a:off x="5074920" y="3630168"/>
            <a:ext cx="315468" cy="274320"/>
          </a:xfrm>
          <a:prstGeom prst="hexagon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o_210"/>
          <p:cNvSpPr txBox="1"/>
          <p:nvPr/>
        </p:nvSpPr>
        <p:spPr>
          <a:xfrm>
            <a:off x="5532120" y="3520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Jogável em Santiago, Sal e Fogo, com equipas azul e vermelha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Pelourinho Heist</a:t>
            </a:r>
            <a:endParaRPr lang="en-US" sz="2800" dirty="0"/>
          </a:p>
        </p:txBody>
      </p:sp>
      <p:sp>
        <p:nvSpPr>
          <p:cNvPr id="3" name="texto_211"/>
          <p:cNvSpPr txBox="1"/>
          <p:nvPr/>
        </p:nvSpPr>
        <p:spPr>
          <a:xfrm>
            <a:off x="502920" y="1051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 de It Takes Two. Riot e Lince, um casal de vilões, têm de recuperar uma Gem rara no Pelourinho. Ela é impulsiva, ele estratégico, e só juntos chegam lá.</a:t>
            </a:r>
            <a:endParaRPr lang="en-US" sz="1400" dirty="0"/>
          </a:p>
        </p:txBody>
      </p:sp>
      <p:sp>
        <p:nvSpPr>
          <p:cNvPr id="4" name="aro_212"/>
          <p:cNvSpPr/>
          <p:nvPr/>
        </p:nvSpPr>
        <p:spPr>
          <a:xfrm>
            <a:off x="6400800" y="960120"/>
            <a:ext cx="960120" cy="9601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5" name="retrato_213" descr="C:\Users\nicol\AppData\Local\Temp\claude\C--Users-nicol-Desktop-Jogos-FPS-LAN\81625eda-4820-4031-8a3e-93ce3e1dccd6\scratchpad\deck\img\portrait_ri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014984"/>
            <a:ext cx="850392" cy="850392"/>
          </a:xfrm>
          <a:prstGeom prst="ellipse">
            <a:avLst/>
          </a:prstGeom>
        </p:spPr>
      </p:pic>
      <p:sp>
        <p:nvSpPr>
          <p:cNvPr id="6" name="aro_214"/>
          <p:cNvSpPr/>
          <p:nvPr/>
        </p:nvSpPr>
        <p:spPr>
          <a:xfrm>
            <a:off x="7498080" y="960120"/>
            <a:ext cx="960120" cy="9601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7" name="retrato_215" descr="C:\Users\nicol\AppData\Local\Temp\claude\C--Users-nicol-Desktop-Jogos-FPS-LAN\81625eda-4820-4031-8a3e-93ce3e1dccd6\scratchpad\deck\img\portrait_li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1014984"/>
            <a:ext cx="850392" cy="850392"/>
          </a:xfrm>
          <a:prstGeom prst="ellipse">
            <a:avLst/>
          </a:prstGeom>
        </p:spPr>
      </p:pic>
      <p:sp>
        <p:nvSpPr>
          <p:cNvPr id="8" name="sombra_216"/>
          <p:cNvSpPr/>
          <p:nvPr/>
        </p:nvSpPr>
        <p:spPr>
          <a:xfrm>
            <a:off x="566928" y="2167128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artao_217"/>
          <p:cNvSpPr/>
          <p:nvPr/>
        </p:nvSpPr>
        <p:spPr>
          <a:xfrm>
            <a:off x="502920" y="2103120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0" name="num_218"/>
          <p:cNvSpPr/>
          <p:nvPr/>
        </p:nvSpPr>
        <p:spPr>
          <a:xfrm>
            <a:off x="640080" y="2212848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o_219"/>
          <p:cNvSpPr txBox="1"/>
          <p:nvPr/>
        </p:nvSpPr>
        <p:spPr>
          <a:xfrm>
            <a:off x="6400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o_220"/>
          <p:cNvSpPr txBox="1"/>
          <p:nvPr/>
        </p:nvSpPr>
        <p:spPr>
          <a:xfrm>
            <a:off x="1143000" y="221284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Infiltração</a:t>
            </a:r>
            <a:endParaRPr lang="en-US" sz="1300" dirty="0"/>
          </a:p>
        </p:txBody>
      </p:sp>
      <p:sp>
        <p:nvSpPr>
          <p:cNvPr id="13" name="texto_221"/>
          <p:cNvSpPr txBox="1"/>
          <p:nvPr/>
        </p:nvSpPr>
        <p:spPr>
          <a:xfrm>
            <a:off x="6400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Pelourinho</a:t>
            </a:r>
            <a:endParaRPr lang="en-US" sz="1200" dirty="0"/>
          </a:p>
        </p:txBody>
      </p:sp>
      <p:sp>
        <p:nvSpPr>
          <p:cNvPr id="14" name="seta_222"/>
          <p:cNvSpPr/>
          <p:nvPr/>
        </p:nvSpPr>
        <p:spPr>
          <a:xfrm>
            <a:off x="2359152" y="2542032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ombra_223"/>
          <p:cNvSpPr/>
          <p:nvPr/>
        </p:nvSpPr>
        <p:spPr>
          <a:xfrm>
            <a:off x="2670048" y="2167128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224"/>
          <p:cNvSpPr/>
          <p:nvPr/>
        </p:nvSpPr>
        <p:spPr>
          <a:xfrm>
            <a:off x="2606040" y="2103120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num_225"/>
          <p:cNvSpPr/>
          <p:nvPr/>
        </p:nvSpPr>
        <p:spPr>
          <a:xfrm>
            <a:off x="2743200" y="2212848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o_226"/>
          <p:cNvSpPr txBox="1"/>
          <p:nvPr/>
        </p:nvSpPr>
        <p:spPr>
          <a:xfrm>
            <a:off x="27432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o_227"/>
          <p:cNvSpPr txBox="1"/>
          <p:nvPr/>
        </p:nvSpPr>
        <p:spPr>
          <a:xfrm>
            <a:off x="3246120" y="221284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Resistência</a:t>
            </a:r>
            <a:endParaRPr lang="en-US" sz="1300" dirty="0"/>
          </a:p>
        </p:txBody>
      </p:sp>
      <p:sp>
        <p:nvSpPr>
          <p:cNvPr id="20" name="texto_228"/>
          <p:cNvSpPr txBox="1"/>
          <p:nvPr/>
        </p:nvSpPr>
        <p:spPr>
          <a:xfrm>
            <a:off x="274320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ondas de guardas</a:t>
            </a:r>
            <a:endParaRPr lang="en-US" sz="1200" dirty="0"/>
          </a:p>
        </p:txBody>
      </p:sp>
      <p:sp>
        <p:nvSpPr>
          <p:cNvPr id="21" name="seta_229"/>
          <p:cNvSpPr/>
          <p:nvPr/>
        </p:nvSpPr>
        <p:spPr>
          <a:xfrm>
            <a:off x="4462272" y="2542032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ombra_230"/>
          <p:cNvSpPr/>
          <p:nvPr/>
        </p:nvSpPr>
        <p:spPr>
          <a:xfrm>
            <a:off x="4773168" y="2167128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cartao_231"/>
          <p:cNvSpPr/>
          <p:nvPr/>
        </p:nvSpPr>
        <p:spPr>
          <a:xfrm>
            <a:off x="4709160" y="2103120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4" name="num_232"/>
          <p:cNvSpPr/>
          <p:nvPr/>
        </p:nvSpPr>
        <p:spPr>
          <a:xfrm>
            <a:off x="4846320" y="2212848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5" name="texto_233"/>
          <p:cNvSpPr txBox="1"/>
          <p:nvPr/>
        </p:nvSpPr>
        <p:spPr>
          <a:xfrm>
            <a:off x="48463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o_234"/>
          <p:cNvSpPr txBox="1"/>
          <p:nvPr/>
        </p:nvSpPr>
        <p:spPr>
          <a:xfrm>
            <a:off x="5349240" y="221284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Puzzle</a:t>
            </a:r>
            <a:endParaRPr lang="en-US" sz="1300" dirty="0"/>
          </a:p>
        </p:txBody>
      </p:sp>
      <p:sp>
        <p:nvSpPr>
          <p:cNvPr id="27" name="texto_235"/>
          <p:cNvSpPr txBox="1"/>
          <p:nvPr/>
        </p:nvSpPr>
        <p:spPr>
          <a:xfrm>
            <a:off x="48463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placas ao mesmo tempo</a:t>
            </a:r>
            <a:endParaRPr lang="en-US" sz="1200" dirty="0"/>
          </a:p>
        </p:txBody>
      </p:sp>
      <p:sp>
        <p:nvSpPr>
          <p:cNvPr id="28" name="seta_236"/>
          <p:cNvSpPr/>
          <p:nvPr/>
        </p:nvSpPr>
        <p:spPr>
          <a:xfrm>
            <a:off x="6565392" y="2542032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ombra_237"/>
          <p:cNvSpPr/>
          <p:nvPr/>
        </p:nvSpPr>
        <p:spPr>
          <a:xfrm>
            <a:off x="6876288" y="2167128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cartao_238"/>
          <p:cNvSpPr/>
          <p:nvPr/>
        </p:nvSpPr>
        <p:spPr>
          <a:xfrm>
            <a:off x="6812280" y="2103120"/>
            <a:ext cx="18288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1" name="num_239"/>
          <p:cNvSpPr/>
          <p:nvPr/>
        </p:nvSpPr>
        <p:spPr>
          <a:xfrm>
            <a:off x="6949440" y="2212848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" name="texto_240"/>
          <p:cNvSpPr txBox="1"/>
          <p:nvPr/>
        </p:nvSpPr>
        <p:spPr>
          <a:xfrm>
            <a:off x="694944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o_241"/>
          <p:cNvSpPr txBox="1"/>
          <p:nvPr/>
        </p:nvSpPr>
        <p:spPr>
          <a:xfrm>
            <a:off x="7452360" y="221284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Descoberta</a:t>
            </a:r>
            <a:endParaRPr lang="en-US" sz="1300" dirty="0"/>
          </a:p>
        </p:txBody>
      </p:sp>
      <p:sp>
        <p:nvSpPr>
          <p:cNvPr id="34" name="texto_242"/>
          <p:cNvSpPr txBox="1"/>
          <p:nvPr/>
        </p:nvSpPr>
        <p:spPr>
          <a:xfrm>
            <a:off x="69494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a Gem juntos</a:t>
            </a:r>
            <a:endParaRPr lang="en-US" sz="1200" dirty="0"/>
          </a:p>
        </p:txBody>
      </p:sp>
      <p:sp>
        <p:nvSpPr>
          <p:cNvPr id="35" name="badge_243"/>
          <p:cNvSpPr/>
          <p:nvPr/>
        </p:nvSpPr>
        <p:spPr>
          <a:xfrm>
            <a:off x="502920" y="361188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6" name="icone_2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3732581"/>
            <a:ext cx="307238" cy="307238"/>
          </a:xfrm>
          <a:prstGeom prst="rect">
            <a:avLst/>
          </a:prstGeom>
        </p:spPr>
      </p:pic>
      <p:sp>
        <p:nvSpPr>
          <p:cNvPr id="37" name="texto_245"/>
          <p:cNvSpPr txBox="1"/>
          <p:nvPr/>
        </p:nvSpPr>
        <p:spPr>
          <a:xfrm>
            <a:off x="1188720" y="3593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</a:t>
            </a:r>
            <a:endParaRPr lang="en-US" sz="1300" dirty="0"/>
          </a:p>
        </p:txBody>
      </p:sp>
      <p:sp>
        <p:nvSpPr>
          <p:cNvPr id="38" name="texto_246"/>
          <p:cNvSpPr txBox="1"/>
          <p:nvPr/>
        </p:nvSpPr>
        <p:spPr>
          <a:xfrm>
            <a:off x="118872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 perto um do outro dá força à dupla</a:t>
            </a:r>
            <a:endParaRPr lang="en-US" sz="1200" dirty="0"/>
          </a:p>
        </p:txBody>
      </p:sp>
      <p:sp>
        <p:nvSpPr>
          <p:cNvPr id="39" name="badge_247"/>
          <p:cNvSpPr/>
          <p:nvPr/>
        </p:nvSpPr>
        <p:spPr>
          <a:xfrm>
            <a:off x="3291840" y="361188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40" name="icone_2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541" y="3732581"/>
            <a:ext cx="307238" cy="307238"/>
          </a:xfrm>
          <a:prstGeom prst="rect">
            <a:avLst/>
          </a:prstGeom>
        </p:spPr>
      </p:pic>
      <p:sp>
        <p:nvSpPr>
          <p:cNvPr id="41" name="texto_249"/>
          <p:cNvSpPr txBox="1"/>
          <p:nvPr/>
        </p:nvSpPr>
        <p:spPr>
          <a:xfrm>
            <a:off x="3977640" y="3593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Reanimar</a:t>
            </a:r>
            <a:endParaRPr lang="en-US" sz="1300" dirty="0"/>
          </a:p>
        </p:txBody>
      </p:sp>
      <p:sp>
        <p:nvSpPr>
          <p:cNvPr id="42" name="texto_250"/>
          <p:cNvSpPr txBox="1"/>
          <p:nvPr/>
        </p:nvSpPr>
        <p:spPr>
          <a:xfrm>
            <a:off x="397764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F ao lado do parceiro durante 3 s</a:t>
            </a:r>
            <a:endParaRPr lang="en-US" sz="1200" dirty="0"/>
          </a:p>
        </p:txBody>
      </p:sp>
      <p:sp>
        <p:nvSpPr>
          <p:cNvPr id="43" name="badge_251"/>
          <p:cNvSpPr/>
          <p:nvPr/>
        </p:nvSpPr>
        <p:spPr>
          <a:xfrm>
            <a:off x="6080760" y="361188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44" name="icone_25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461" y="3732581"/>
            <a:ext cx="307238" cy="307238"/>
          </a:xfrm>
          <a:prstGeom prst="rect">
            <a:avLst/>
          </a:prstGeom>
        </p:spPr>
      </p:pic>
      <p:sp>
        <p:nvSpPr>
          <p:cNvPr id="45" name="texto_253"/>
          <p:cNvSpPr txBox="1"/>
          <p:nvPr/>
        </p:nvSpPr>
        <p:spPr>
          <a:xfrm>
            <a:off x="6766560" y="3593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</a:t>
            </a:r>
            <a:endParaRPr lang="en-US" sz="1300" dirty="0"/>
          </a:p>
        </p:txBody>
      </p:sp>
      <p:sp>
        <p:nvSpPr>
          <p:cNvPr id="46" name="texto_254"/>
          <p:cNvSpPr txBox="1"/>
          <p:nvPr/>
        </p:nvSpPr>
        <p:spPr>
          <a:xfrm>
            <a:off x="676656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 assume a personagem que falta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Quatro ilhas, quatro arenas</a:t>
            </a:r>
            <a:endParaRPr lang="en-US" sz="2800" dirty="0"/>
          </a:p>
        </p:txBody>
      </p:sp>
      <p:sp>
        <p:nvSpPr>
          <p:cNvPr id="3" name="sombra_255"/>
          <p:cNvSpPr/>
          <p:nvPr/>
        </p:nvSpPr>
        <p:spPr>
          <a:xfrm>
            <a:off x="566928" y="1207008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256"/>
          <p:cNvSpPr/>
          <p:nvPr/>
        </p:nvSpPr>
        <p:spPr>
          <a:xfrm>
            <a:off x="502920" y="11430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5" name="imagem_257" descr="C:\Users\nicol\AppData\Local\Temp\claude\C--Users-nicol-Desktop-Jogos-FPS-LAN\81625eda-4820-4031-8a3e-93ce3e1dccd6\scratchpad\deck\img\map_pradar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07008"/>
            <a:ext cx="1746504" cy="1335024"/>
          </a:xfrm>
          <a:prstGeom prst="rect">
            <a:avLst/>
          </a:prstGeom>
        </p:spPr>
      </p:pic>
      <p:sp>
        <p:nvSpPr>
          <p:cNvPr id="6" name="chip_258"/>
          <p:cNvSpPr/>
          <p:nvPr/>
        </p:nvSpPr>
        <p:spPr>
          <a:xfrm>
            <a:off x="612648" y="2423160"/>
            <a:ext cx="1655064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" name="texto_259"/>
          <p:cNvSpPr txBox="1"/>
          <p:nvPr/>
        </p:nvSpPr>
        <p:spPr>
          <a:xfrm>
            <a:off x="612648" y="242316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Pradaria</a:t>
            </a:r>
            <a:endParaRPr lang="en-US" sz="1000" dirty="0"/>
          </a:p>
        </p:txBody>
      </p:sp>
      <p:sp>
        <p:nvSpPr>
          <p:cNvPr id="8" name="texto_260"/>
          <p:cNvSpPr txBox="1"/>
          <p:nvPr/>
        </p:nvSpPr>
        <p:spPr>
          <a:xfrm>
            <a:off x="50292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treino</a:t>
            </a:r>
            <a:endParaRPr lang="en-US" sz="1100" dirty="0"/>
          </a:p>
        </p:txBody>
      </p:sp>
      <p:sp>
        <p:nvSpPr>
          <p:cNvPr id="9" name="texto_261"/>
          <p:cNvSpPr txBox="1"/>
          <p:nvPr/>
        </p:nvSpPr>
        <p:spPr>
          <a:xfrm>
            <a:off x="502920" y="312724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de treino com lagos e muros baixos. Todos os modos.</a:t>
            </a:r>
            <a:endParaRPr lang="en-US" sz="1200" dirty="0"/>
          </a:p>
        </p:txBody>
      </p:sp>
      <p:sp>
        <p:nvSpPr>
          <p:cNvPr id="10" name="sombra_262"/>
          <p:cNvSpPr/>
          <p:nvPr/>
        </p:nvSpPr>
        <p:spPr>
          <a:xfrm>
            <a:off x="2624328" y="1207008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artao_263"/>
          <p:cNvSpPr/>
          <p:nvPr/>
        </p:nvSpPr>
        <p:spPr>
          <a:xfrm>
            <a:off x="2560320" y="11430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12" name="imagem_264" descr="C:\Users\nicol\AppData\Local\Temp\claude\C--Users-nicol-Desktop-Jogos-FPS-LAN\81625eda-4820-4031-8a3e-93ce3e1dccd6\scratchpad\deck\img\cv_rend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24328" y="1207008"/>
            <a:ext cx="1746504" cy="1335024"/>
          </a:xfrm>
          <a:prstGeom prst="rect">
            <a:avLst/>
          </a:prstGeom>
        </p:spPr>
      </p:pic>
      <p:sp>
        <p:nvSpPr>
          <p:cNvPr id="13" name="chip_265"/>
          <p:cNvSpPr/>
          <p:nvPr/>
        </p:nvSpPr>
        <p:spPr>
          <a:xfrm>
            <a:off x="2670048" y="2423160"/>
            <a:ext cx="1655064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o_266"/>
          <p:cNvSpPr txBox="1"/>
          <p:nvPr/>
        </p:nvSpPr>
        <p:spPr>
          <a:xfrm>
            <a:off x="2670048" y="242316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Velha</a:t>
            </a:r>
            <a:endParaRPr lang="en-US" sz="1000" dirty="0"/>
          </a:p>
        </p:txBody>
      </p:sp>
      <p:sp>
        <p:nvSpPr>
          <p:cNvPr id="15" name="texto_267"/>
          <p:cNvSpPr txBox="1"/>
          <p:nvPr/>
        </p:nvSpPr>
        <p:spPr>
          <a:xfrm>
            <a:off x="256032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 de Santiago</a:t>
            </a:r>
            <a:endParaRPr lang="en-US" sz="1100" dirty="0"/>
          </a:p>
        </p:txBody>
      </p:sp>
      <p:sp>
        <p:nvSpPr>
          <p:cNvPr id="16" name="texto_268"/>
          <p:cNvSpPr txBox="1"/>
          <p:nvPr/>
        </p:nvSpPr>
        <p:spPr>
          <a:xfrm>
            <a:off x="2560320" y="312724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Ruas e Pelourinho. Gem Rush e a missão cooperativa.</a:t>
            </a:r>
            <a:endParaRPr lang="en-US" sz="1200" dirty="0"/>
          </a:p>
        </p:txBody>
      </p:sp>
      <p:sp>
        <p:nvSpPr>
          <p:cNvPr id="17" name="sombra_269"/>
          <p:cNvSpPr/>
          <p:nvPr/>
        </p:nvSpPr>
        <p:spPr>
          <a:xfrm>
            <a:off x="4681728" y="1207008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artao_270"/>
          <p:cNvSpPr/>
          <p:nvPr/>
        </p:nvSpPr>
        <p:spPr>
          <a:xfrm>
            <a:off x="4617720" y="11430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19" name="imagem_271" descr="C:\Users\nicol\AppData\Local\Temp\claude\C--Users-nicol-Desktop-Jogos-FPS-LAN\81625eda-4820-4031-8a3e-93ce3e1dccd6\scratchpad\deck\img\bur_ren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81728" y="1207008"/>
            <a:ext cx="1746504" cy="1335024"/>
          </a:xfrm>
          <a:prstGeom prst="rect">
            <a:avLst/>
          </a:prstGeom>
        </p:spPr>
      </p:pic>
      <p:sp>
        <p:nvSpPr>
          <p:cNvPr id="20" name="chip_272"/>
          <p:cNvSpPr/>
          <p:nvPr/>
        </p:nvSpPr>
        <p:spPr>
          <a:xfrm>
            <a:off x="4727448" y="2423160"/>
            <a:ext cx="1655064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1" name="texto_273"/>
          <p:cNvSpPr txBox="1"/>
          <p:nvPr/>
        </p:nvSpPr>
        <p:spPr>
          <a:xfrm>
            <a:off x="4727448" y="242316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Buracona</a:t>
            </a:r>
            <a:endParaRPr lang="en-US" sz="1000" dirty="0"/>
          </a:p>
        </p:txBody>
      </p:sp>
      <p:sp>
        <p:nvSpPr>
          <p:cNvPr id="22" name="texto_274"/>
          <p:cNvSpPr txBox="1"/>
          <p:nvPr/>
        </p:nvSpPr>
        <p:spPr>
          <a:xfrm>
            <a:off x="461772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 de Sal</a:t>
            </a:r>
            <a:endParaRPr lang="en-US" sz="1100" dirty="0"/>
          </a:p>
        </p:txBody>
      </p:sp>
      <p:sp>
        <p:nvSpPr>
          <p:cNvPr id="23" name="texto_275"/>
          <p:cNvSpPr txBox="1"/>
          <p:nvPr/>
        </p:nvSpPr>
        <p:spPr>
          <a:xfrm>
            <a:off x="4617720" y="312724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Piscinas naturais e rocha vulcânica. Gem Rush.</a:t>
            </a:r>
            <a:endParaRPr lang="en-US" sz="1200" dirty="0"/>
          </a:p>
        </p:txBody>
      </p:sp>
      <p:sp>
        <p:nvSpPr>
          <p:cNvPr id="24" name="sombra_276"/>
          <p:cNvSpPr/>
          <p:nvPr/>
        </p:nvSpPr>
        <p:spPr>
          <a:xfrm>
            <a:off x="6739128" y="1207008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cartao_277"/>
          <p:cNvSpPr/>
          <p:nvPr/>
        </p:nvSpPr>
        <p:spPr>
          <a:xfrm>
            <a:off x="6675120" y="1143000"/>
            <a:ext cx="18745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26" name="imagem_278" descr="C:\Users\nicol\AppData\Local\Temp\claude\C--Users-nicol-Desktop-Jogos-FPS-LAN\81625eda-4820-4031-8a3e-93ce3e1dccd6\scratchpad\deck\img\fogo_rend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9128" y="1207008"/>
            <a:ext cx="1746504" cy="1335024"/>
          </a:xfrm>
          <a:prstGeom prst="rect">
            <a:avLst/>
          </a:prstGeom>
        </p:spPr>
      </p:pic>
      <p:sp>
        <p:nvSpPr>
          <p:cNvPr id="27" name="chip_279"/>
          <p:cNvSpPr/>
          <p:nvPr/>
        </p:nvSpPr>
        <p:spPr>
          <a:xfrm>
            <a:off x="6784848" y="2423160"/>
            <a:ext cx="165506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texto_280"/>
          <p:cNvSpPr txBox="1"/>
          <p:nvPr/>
        </p:nvSpPr>
        <p:spPr>
          <a:xfrm>
            <a:off x="6784848" y="242316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Fogo</a:t>
            </a:r>
            <a:endParaRPr lang="en-US" sz="1000" dirty="0"/>
          </a:p>
        </p:txBody>
      </p:sp>
      <p:sp>
        <p:nvSpPr>
          <p:cNvPr id="29" name="texto_281"/>
          <p:cNvSpPr txBox="1"/>
          <p:nvPr/>
        </p:nvSpPr>
        <p:spPr>
          <a:xfrm>
            <a:off x="667512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 do Fogo</a:t>
            </a:r>
            <a:endParaRPr lang="en-US" sz="1100" dirty="0"/>
          </a:p>
        </p:txBody>
      </p:sp>
      <p:sp>
        <p:nvSpPr>
          <p:cNvPr id="30" name="texto_282"/>
          <p:cNvSpPr txBox="1"/>
          <p:nvPr/>
        </p:nvSpPr>
        <p:spPr>
          <a:xfrm>
            <a:off x="6675120" y="312724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Cratera com lava e tempestade de cinza. Showdown.</a:t>
            </a:r>
            <a:endParaRPr lang="en-US" sz="1200" dirty="0"/>
          </a:p>
        </p:txBody>
      </p:sp>
      <p:sp>
        <p:nvSpPr>
          <p:cNvPr id="31" name="cartao_283"/>
          <p:cNvSpPr/>
          <p:nvPr/>
        </p:nvSpPr>
        <p:spPr>
          <a:xfrm>
            <a:off x="502920" y="3977640"/>
            <a:ext cx="8138160" cy="502920"/>
          </a:xfrm>
          <a:prstGeom prst="roundRect">
            <a:avLst>
              <a:gd name="adj" fmla="val 25455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" name="texto_284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seleção de mapas é um mapa de Cabo Verde: a câmara voa até à ilha escolhida. Boa Vista já aparece no menu como próxima arena.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Progressão e personalização</a:t>
            </a:r>
            <a:endParaRPr lang="en-US" sz="2800" dirty="0"/>
          </a:p>
        </p:txBody>
      </p:sp>
      <p:sp>
        <p:nvSpPr>
          <p:cNvPr id="3" name="sombra_285"/>
          <p:cNvSpPr/>
          <p:nvPr/>
        </p:nvSpPr>
        <p:spPr>
          <a:xfrm>
            <a:off x="566928" y="1252728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286"/>
          <p:cNvSpPr/>
          <p:nvPr/>
        </p:nvSpPr>
        <p:spPr>
          <a:xfrm>
            <a:off x="502920" y="1188720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texto_287"/>
          <p:cNvSpPr txBox="1"/>
          <p:nvPr/>
        </p:nvSpPr>
        <p:spPr>
          <a:xfrm>
            <a:off x="502920" y="12618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600" dirty="0"/>
          </a:p>
        </p:txBody>
      </p:sp>
      <p:sp>
        <p:nvSpPr>
          <p:cNvPr id="6" name="texto_288"/>
          <p:cNvSpPr txBox="1"/>
          <p:nvPr/>
        </p:nvSpPr>
        <p:spPr>
          <a:xfrm>
            <a:off x="576072" y="1965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jogador</a:t>
            </a:r>
            <a:endParaRPr lang="en-US" sz="1100" dirty="0"/>
          </a:p>
        </p:txBody>
      </p:sp>
      <p:sp>
        <p:nvSpPr>
          <p:cNvPr id="7" name="sombra_289"/>
          <p:cNvSpPr/>
          <p:nvPr/>
        </p:nvSpPr>
        <p:spPr>
          <a:xfrm>
            <a:off x="1984248" y="1252728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artao_290"/>
          <p:cNvSpPr/>
          <p:nvPr/>
        </p:nvSpPr>
        <p:spPr>
          <a:xfrm>
            <a:off x="1920240" y="1188720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9" name="texto_291"/>
          <p:cNvSpPr txBox="1"/>
          <p:nvPr/>
        </p:nvSpPr>
        <p:spPr>
          <a:xfrm>
            <a:off x="1920240" y="12618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accent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o_292"/>
          <p:cNvSpPr txBox="1"/>
          <p:nvPr/>
        </p:nvSpPr>
        <p:spPr>
          <a:xfrm>
            <a:off x="1993392" y="1965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por personagem</a:t>
            </a:r>
            <a:endParaRPr lang="en-US" sz="1100" dirty="0"/>
          </a:p>
        </p:txBody>
      </p:sp>
      <p:sp>
        <p:nvSpPr>
          <p:cNvPr id="11" name="sombra_293"/>
          <p:cNvSpPr/>
          <p:nvPr/>
        </p:nvSpPr>
        <p:spPr>
          <a:xfrm>
            <a:off x="3401568" y="1252728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cartao_294"/>
          <p:cNvSpPr/>
          <p:nvPr/>
        </p:nvSpPr>
        <p:spPr>
          <a:xfrm>
            <a:off x="3337560" y="1188720"/>
            <a:ext cx="1234440" cy="132588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3" name="texto_295"/>
          <p:cNvSpPr txBox="1"/>
          <p:nvPr/>
        </p:nvSpPr>
        <p:spPr>
          <a:xfrm>
            <a:off x="3337560" y="12618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accent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o_296"/>
          <p:cNvSpPr txBox="1"/>
          <p:nvPr/>
        </p:nvSpPr>
        <p:spPr>
          <a:xfrm>
            <a:off x="3410712" y="1965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por pet</a:t>
            </a:r>
            <a:endParaRPr lang="en-US" sz="1100" dirty="0"/>
          </a:p>
        </p:txBody>
      </p:sp>
      <p:sp>
        <p:nvSpPr>
          <p:cNvPr id="15" name="badge_297"/>
          <p:cNvSpPr/>
          <p:nvPr/>
        </p:nvSpPr>
        <p:spPr>
          <a:xfrm>
            <a:off x="4892040" y="1188720"/>
            <a:ext cx="566928" cy="56692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6" name="icone_2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764" y="1313444"/>
            <a:ext cx="317480" cy="317480"/>
          </a:xfrm>
          <a:prstGeom prst="rect">
            <a:avLst/>
          </a:prstGeom>
        </p:spPr>
      </p:pic>
      <p:sp>
        <p:nvSpPr>
          <p:cNvPr id="17" name="texto_299"/>
          <p:cNvSpPr txBox="1"/>
          <p:nvPr/>
        </p:nvSpPr>
        <p:spPr>
          <a:xfrm>
            <a:off x="562356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Melhorias</a:t>
            </a:r>
            <a:endParaRPr lang="en-US" sz="1400" dirty="0"/>
          </a:p>
        </p:txBody>
      </p:sp>
      <p:sp>
        <p:nvSpPr>
          <p:cNvPr id="18" name="texto_300"/>
          <p:cNvSpPr txBox="1"/>
          <p:nvPr/>
        </p:nvSpPr>
        <p:spPr>
          <a:xfrm>
            <a:off x="5623560" y="1444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atributos por personagem: vida, dano, regeneração, velocidade, recarga e Super</a:t>
            </a:r>
            <a:endParaRPr lang="en-US" sz="1200" dirty="0"/>
          </a:p>
        </p:txBody>
      </p:sp>
      <p:sp>
        <p:nvSpPr>
          <p:cNvPr id="19" name="badge_301"/>
          <p:cNvSpPr/>
          <p:nvPr/>
        </p:nvSpPr>
        <p:spPr>
          <a:xfrm>
            <a:off x="4892040" y="1993392"/>
            <a:ext cx="566928" cy="566928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0" name="icone_30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764" y="2118116"/>
            <a:ext cx="317480" cy="317480"/>
          </a:xfrm>
          <a:prstGeom prst="rect">
            <a:avLst/>
          </a:prstGeom>
        </p:spPr>
      </p:pic>
      <p:sp>
        <p:nvSpPr>
          <p:cNvPr id="21" name="texto_303"/>
          <p:cNvSpPr txBox="1"/>
          <p:nvPr/>
        </p:nvSpPr>
        <p:spPr>
          <a:xfrm>
            <a:off x="5623560" y="1975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skins</a:t>
            </a:r>
            <a:endParaRPr lang="en-US" sz="1400" dirty="0"/>
          </a:p>
        </p:txBody>
      </p:sp>
      <p:sp>
        <p:nvSpPr>
          <p:cNvPr id="22" name="texto_304"/>
          <p:cNvSpPr txBox="1"/>
          <p:nvPr/>
        </p:nvSpPr>
        <p:spPr>
          <a:xfrm>
            <a:off x="5623560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personagens e 6 de pets, de raras a lendárias</a:t>
            </a:r>
            <a:endParaRPr lang="en-US" sz="1200" dirty="0"/>
          </a:p>
        </p:txBody>
      </p:sp>
      <p:sp>
        <p:nvSpPr>
          <p:cNvPr id="23" name="badge_305"/>
          <p:cNvSpPr/>
          <p:nvPr/>
        </p:nvSpPr>
        <p:spPr>
          <a:xfrm>
            <a:off x="4892040" y="2798064"/>
            <a:ext cx="566928" cy="56692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4" name="icone_30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64" y="2922788"/>
            <a:ext cx="317480" cy="317480"/>
          </a:xfrm>
          <a:prstGeom prst="rect">
            <a:avLst/>
          </a:prstGeom>
        </p:spPr>
      </p:pic>
      <p:sp>
        <p:nvSpPr>
          <p:cNvPr id="25" name="texto_307"/>
          <p:cNvSpPr txBox="1"/>
          <p:nvPr/>
        </p:nvSpPr>
        <p:spPr>
          <a:xfrm>
            <a:off x="5623560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Missões</a:t>
            </a:r>
            <a:endParaRPr lang="en-US" sz="1400" dirty="0"/>
          </a:p>
        </p:txBody>
      </p:sp>
      <p:sp>
        <p:nvSpPr>
          <p:cNvPr id="26" name="texto_308"/>
          <p:cNvSpPr txBox="1"/>
          <p:nvPr/>
        </p:nvSpPr>
        <p:spPr>
          <a:xfrm>
            <a:off x="5623560" y="3054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diárias, 3 semanais e 8 conquistas</a:t>
            </a:r>
            <a:endParaRPr lang="en-US" sz="1200" dirty="0"/>
          </a:p>
        </p:txBody>
      </p:sp>
      <p:sp>
        <p:nvSpPr>
          <p:cNvPr id="27" name="badge_309"/>
          <p:cNvSpPr/>
          <p:nvPr/>
        </p:nvSpPr>
        <p:spPr>
          <a:xfrm>
            <a:off x="4892040" y="3602736"/>
            <a:ext cx="566928" cy="56692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8" name="icone_3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764" y="3727460"/>
            <a:ext cx="317480" cy="317480"/>
          </a:xfrm>
          <a:prstGeom prst="rect">
            <a:avLst/>
          </a:prstGeom>
        </p:spPr>
      </p:pic>
      <p:sp>
        <p:nvSpPr>
          <p:cNvPr id="29" name="texto_311"/>
          <p:cNvSpPr txBox="1"/>
          <p:nvPr/>
        </p:nvSpPr>
        <p:spPr>
          <a:xfrm>
            <a:off x="562356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Modo competitivo</a:t>
            </a:r>
            <a:endParaRPr lang="en-US" sz="1400" dirty="0"/>
          </a:p>
        </p:txBody>
      </p:sp>
      <p:sp>
        <p:nvSpPr>
          <p:cNvPr id="30" name="texto_312"/>
          <p:cNvSpPr txBox="1"/>
          <p:nvPr/>
        </p:nvSpPr>
        <p:spPr>
          <a:xfrm>
            <a:off x="5623560" y="3858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 as melhorias e deixa os pets só como cosmética</a:t>
            </a:r>
            <a:endParaRPr lang="en-US" sz="1200" dirty="0"/>
          </a:p>
        </p:txBody>
      </p:sp>
      <p:sp>
        <p:nvSpPr>
          <p:cNvPr id="31" name="cartao_313"/>
          <p:cNvSpPr/>
          <p:nvPr/>
        </p:nvSpPr>
        <p:spPr>
          <a:xfrm>
            <a:off x="502920" y="2788920"/>
            <a:ext cx="406908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" name="texto_314"/>
          <p:cNvSpPr txBox="1"/>
          <p:nvPr/>
        </p:nvSpPr>
        <p:spPr>
          <a:xfrm>
            <a:off x="685800" y="292608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Moedas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ganhas a jogar compram melhorias, skins e comida para pets.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fica guardado no PC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cópia de segurança e verificação contra corrupção.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atual: 34 300 XP até ao nível 50 de jogador e 2 160 XP até ao nível 10 de uma personagem.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Pets, UPRA e SITA</a:t>
            </a:r>
            <a:endParaRPr lang="en-US" sz="2800" dirty="0"/>
          </a:p>
        </p:txBody>
      </p:sp>
      <p:sp>
        <p:nvSpPr>
          <p:cNvPr id="3" name="sombra_315"/>
          <p:cNvSpPr/>
          <p:nvPr/>
        </p:nvSpPr>
        <p:spPr>
          <a:xfrm>
            <a:off x="566928" y="1207008"/>
            <a:ext cx="4206240" cy="3291840"/>
          </a:xfrm>
          <a:prstGeom prst="roundRect">
            <a:avLst>
              <a:gd name="adj" fmla="val 3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316"/>
          <p:cNvSpPr/>
          <p:nvPr/>
        </p:nvSpPr>
        <p:spPr>
          <a:xfrm>
            <a:off x="502920" y="1143000"/>
            <a:ext cx="4206240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texto_317"/>
          <p:cNvSpPr txBox="1"/>
          <p:nvPr/>
        </p:nvSpPr>
        <p:spPr>
          <a:xfrm>
            <a:off x="685800" y="1261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pets que acompanham o jogador</a:t>
            </a:r>
            <a:endParaRPr lang="en-US" sz="1400" dirty="0"/>
          </a:p>
        </p:txBody>
      </p:sp>
      <p:sp>
        <p:nvSpPr>
          <p:cNvPr id="6" name="gema_318"/>
          <p:cNvSpPr/>
          <p:nvPr/>
        </p:nvSpPr>
        <p:spPr>
          <a:xfrm>
            <a:off x="713232" y="1764792"/>
            <a:ext cx="231343" cy="201168"/>
          </a:xfrm>
          <a:prstGeom prst="hexagon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" name="texto_319"/>
          <p:cNvSpPr txBox="1"/>
          <p:nvPr/>
        </p:nvSpPr>
        <p:spPr>
          <a:xfrm>
            <a:off x="1051560" y="1691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(cão)</a:t>
            </a:r>
            <a:endParaRPr lang="en-US" sz="1300" dirty="0"/>
          </a:p>
        </p:txBody>
      </p:sp>
      <p:sp>
        <p:nvSpPr>
          <p:cNvPr id="8" name="texto_320"/>
          <p:cNvSpPr txBox="1"/>
          <p:nvPr/>
        </p:nvSpPr>
        <p:spPr>
          <a:xfrm>
            <a:off x="27889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 de deteção</a:t>
            </a:r>
            <a:endParaRPr lang="en-US" sz="1200" dirty="0"/>
          </a:p>
        </p:txBody>
      </p:sp>
      <p:sp>
        <p:nvSpPr>
          <p:cNvPr id="9" name="gema_321"/>
          <p:cNvSpPr/>
          <p:nvPr/>
        </p:nvSpPr>
        <p:spPr>
          <a:xfrm>
            <a:off x="713232" y="2194560"/>
            <a:ext cx="231343" cy="201168"/>
          </a:xfrm>
          <a:prstGeom prst="hexagon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texto_322"/>
          <p:cNvSpPr txBox="1"/>
          <p:nvPr/>
        </p:nvSpPr>
        <p:spPr>
          <a:xfrm>
            <a:off x="105156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Bigodes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(gato)</a:t>
            </a:r>
            <a:endParaRPr lang="en-US" sz="1300" dirty="0"/>
          </a:p>
        </p:txBody>
      </p:sp>
      <p:sp>
        <p:nvSpPr>
          <p:cNvPr id="11" name="texto_323"/>
          <p:cNvSpPr txBox="1"/>
          <p:nvPr/>
        </p:nvSpPr>
        <p:spPr>
          <a:xfrm>
            <a:off x="2788920" y="2121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de velocidade</a:t>
            </a:r>
            <a:endParaRPr lang="en-US" sz="1200" dirty="0"/>
          </a:p>
        </p:txBody>
      </p:sp>
      <p:sp>
        <p:nvSpPr>
          <p:cNvPr id="12" name="gema_324"/>
          <p:cNvSpPr/>
          <p:nvPr/>
        </p:nvSpPr>
        <p:spPr>
          <a:xfrm>
            <a:off x="713232" y="2624328"/>
            <a:ext cx="231343" cy="201168"/>
          </a:xfrm>
          <a:prstGeom prst="hexagon">
            <a:avLst/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texto_325"/>
          <p:cNvSpPr txBox="1"/>
          <p:nvPr/>
        </p:nvSpPr>
        <p:spPr>
          <a:xfrm>
            <a:off x="1051560" y="25511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Toucinho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(porco)</a:t>
            </a:r>
            <a:endParaRPr lang="en-US" sz="1300" dirty="0"/>
          </a:p>
        </p:txBody>
      </p:sp>
      <p:sp>
        <p:nvSpPr>
          <p:cNvPr id="14" name="texto_326"/>
          <p:cNvSpPr txBox="1"/>
          <p:nvPr/>
        </p:nvSpPr>
        <p:spPr>
          <a:xfrm>
            <a:off x="2788920" y="2551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de regeneração</a:t>
            </a:r>
            <a:endParaRPr lang="en-US" sz="1200" dirty="0"/>
          </a:p>
        </p:txBody>
      </p:sp>
      <p:sp>
        <p:nvSpPr>
          <p:cNvPr id="15" name="gema_327"/>
          <p:cNvSpPr/>
          <p:nvPr/>
        </p:nvSpPr>
        <p:spPr>
          <a:xfrm>
            <a:off x="713232" y="3054096"/>
            <a:ext cx="231343" cy="201168"/>
          </a:xfrm>
          <a:prstGeom prst="hexagon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o_328"/>
          <p:cNvSpPr txBox="1"/>
          <p:nvPr/>
        </p:nvSpPr>
        <p:spPr>
          <a:xfrm>
            <a:off x="1051560" y="2980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Alvorada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(galo)</a:t>
            </a:r>
            <a:endParaRPr lang="en-US" sz="1300" dirty="0"/>
          </a:p>
        </p:txBody>
      </p:sp>
      <p:sp>
        <p:nvSpPr>
          <p:cNvPr id="17" name="texto_329"/>
          <p:cNvSpPr txBox="1"/>
          <p:nvPr/>
        </p:nvSpPr>
        <p:spPr>
          <a:xfrm>
            <a:off x="278892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 de alerta</a:t>
            </a:r>
            <a:endParaRPr lang="en-US" sz="1200" dirty="0"/>
          </a:p>
        </p:txBody>
      </p:sp>
      <p:sp>
        <p:nvSpPr>
          <p:cNvPr id="18" name="gema_330"/>
          <p:cNvSpPr/>
          <p:nvPr/>
        </p:nvSpPr>
        <p:spPr>
          <a:xfrm>
            <a:off x="713232" y="3483864"/>
            <a:ext cx="231343" cy="201168"/>
          </a:xfrm>
          <a:prstGeom prst="hexagon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texto_331"/>
          <p:cNvSpPr txBox="1"/>
          <p:nvPr/>
        </p:nvSpPr>
        <p:spPr>
          <a:xfrm>
            <a:off x="1051560" y="3410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Pipoca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(coelho)</a:t>
            </a:r>
            <a:endParaRPr lang="en-US" sz="1300" dirty="0"/>
          </a:p>
        </p:txBody>
      </p:sp>
      <p:sp>
        <p:nvSpPr>
          <p:cNvPr id="20" name="texto_332"/>
          <p:cNvSpPr txBox="1"/>
          <p:nvPr/>
        </p:nvSpPr>
        <p:spPr>
          <a:xfrm>
            <a:off x="2788920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de sprint</a:t>
            </a:r>
            <a:endParaRPr lang="en-US" sz="1200" dirty="0"/>
          </a:p>
        </p:txBody>
      </p:sp>
      <p:sp>
        <p:nvSpPr>
          <p:cNvPr id="21" name="gema_333"/>
          <p:cNvSpPr/>
          <p:nvPr/>
        </p:nvSpPr>
        <p:spPr>
          <a:xfrm>
            <a:off x="713232" y="3913632"/>
            <a:ext cx="231343" cy="201168"/>
          </a:xfrm>
          <a:prstGeom prst="hexagon">
            <a:avLst/>
          </a:pr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texto_334"/>
          <p:cNvSpPr txBox="1"/>
          <p:nvPr/>
        </p:nvSpPr>
        <p:spPr>
          <a:xfrm>
            <a:off x="105156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Carapaça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(tartaruga)</a:t>
            </a:r>
            <a:endParaRPr lang="en-US" sz="1300" dirty="0"/>
          </a:p>
        </p:txBody>
      </p:sp>
      <p:sp>
        <p:nvSpPr>
          <p:cNvPr id="23" name="texto_335"/>
          <p:cNvSpPr txBox="1"/>
          <p:nvPr/>
        </p:nvSpPr>
        <p:spPr>
          <a:xfrm>
            <a:off x="27889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de regeneração</a:t>
            </a:r>
            <a:endParaRPr lang="en-US" sz="1200" dirty="0"/>
          </a:p>
        </p:txBody>
      </p:sp>
      <p:sp>
        <p:nvSpPr>
          <p:cNvPr id="24" name="texto_336"/>
          <p:cNvSpPr txBox="1"/>
          <p:nvPr/>
        </p:nvSpPr>
        <p:spPr>
          <a:xfrm>
            <a:off x="68580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extra ao alimentar o pet com UPRA (tecla T).</a:t>
            </a:r>
            <a:endParaRPr lang="en-US" sz="1100" dirty="0"/>
          </a:p>
        </p:txBody>
      </p:sp>
      <p:sp>
        <p:nvSpPr>
          <p:cNvPr id="25" name="sombra_337"/>
          <p:cNvSpPr/>
          <p:nvPr/>
        </p:nvSpPr>
        <p:spPr>
          <a:xfrm>
            <a:off x="5047488" y="1207008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cartao_338"/>
          <p:cNvSpPr/>
          <p:nvPr/>
        </p:nvSpPr>
        <p:spPr>
          <a:xfrm>
            <a:off x="4983480" y="114300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7" name="badge_339"/>
          <p:cNvSpPr/>
          <p:nvPr/>
        </p:nvSpPr>
        <p:spPr>
          <a:xfrm>
            <a:off x="5166360" y="1298448"/>
            <a:ext cx="566928" cy="56692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8" name="icone_3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084" y="1423172"/>
            <a:ext cx="317480" cy="317480"/>
          </a:xfrm>
          <a:prstGeom prst="rect">
            <a:avLst/>
          </a:prstGeom>
        </p:spPr>
      </p:pic>
      <p:sp>
        <p:nvSpPr>
          <p:cNvPr id="29" name="texto_341"/>
          <p:cNvSpPr txBox="1"/>
          <p:nvPr/>
        </p:nvSpPr>
        <p:spPr>
          <a:xfrm>
            <a:off x="5852160" y="1298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UPRA, comida para pets</a:t>
            </a:r>
            <a:endParaRPr lang="en-US" sz="1400" dirty="0"/>
          </a:p>
        </p:txBody>
      </p:sp>
      <p:sp>
        <p:nvSpPr>
          <p:cNvPr id="30" name="texto_342"/>
          <p:cNvSpPr txBox="1"/>
          <p:nvPr/>
        </p:nvSpPr>
        <p:spPr>
          <a:xfrm>
            <a:off x="5166360" y="1938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UPRA = impulso leve de 20 s. Até 3 usos por partida, com intervalo de 90 s. Nunca aumenta dano nem vida máxima.</a:t>
            </a:r>
            <a:endParaRPr lang="en-US" sz="1200" dirty="0"/>
          </a:p>
        </p:txBody>
      </p:sp>
      <p:sp>
        <p:nvSpPr>
          <p:cNvPr id="31" name="sombra_343"/>
          <p:cNvSpPr/>
          <p:nvPr/>
        </p:nvSpPr>
        <p:spPr>
          <a:xfrm>
            <a:off x="5047488" y="2944368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cartao_344"/>
          <p:cNvSpPr/>
          <p:nvPr/>
        </p:nvSpPr>
        <p:spPr>
          <a:xfrm>
            <a:off x="4983480" y="2880360"/>
            <a:ext cx="365760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33" name="lata_sita" descr="C:\Users\nicol\AppData\Local\Temp\claude\C--Users-nicol-Desktop-Jogos-FPS-LAN\81625eda-4820-4031-8a3e-93ce3e1dccd6\scratchpad\deck\img\fpc_mrs_zoo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3017520"/>
            <a:ext cx="1280160" cy="1280160"/>
          </a:xfrm>
          <a:prstGeom prst="rect">
            <a:avLst/>
          </a:prstGeom>
        </p:spPr>
      </p:pic>
      <p:sp>
        <p:nvSpPr>
          <p:cNvPr id="34" name="texto_345"/>
          <p:cNvSpPr txBox="1"/>
          <p:nvPr/>
        </p:nvSpPr>
        <p:spPr>
          <a:xfrm>
            <a:off x="6537960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SITA nas latas</a:t>
            </a:r>
            <a:endParaRPr lang="en-US" sz="1400" dirty="0"/>
          </a:p>
        </p:txBody>
      </p:sp>
      <p:sp>
        <p:nvSpPr>
          <p:cNvPr id="35" name="texto_346"/>
          <p:cNvSpPr txBox="1"/>
          <p:nvPr/>
        </p:nvSpPr>
        <p:spPr>
          <a:xfrm>
            <a:off x="6537960" y="3383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logótipo SITA vai impresso nas latas de spray do Mr.S, sempre visível em 1.ª e 3.ª pessoa.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dentro do jogo</a:t>
            </a:r>
            <a:endParaRPr lang="en-US" sz="2800" dirty="0"/>
          </a:p>
        </p:txBody>
      </p:sp>
      <p:sp>
        <p:nvSpPr>
          <p:cNvPr id="3" name="sombra_347"/>
          <p:cNvSpPr/>
          <p:nvPr/>
        </p:nvSpPr>
        <p:spPr>
          <a:xfrm>
            <a:off x="566928" y="1207008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348"/>
          <p:cNvSpPr/>
          <p:nvPr/>
        </p:nvSpPr>
        <p:spPr>
          <a:xfrm>
            <a:off x="502920" y="1143000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badge_349"/>
          <p:cNvSpPr/>
          <p:nvPr/>
        </p:nvSpPr>
        <p:spPr>
          <a:xfrm>
            <a:off x="667512" y="1307592"/>
            <a:ext cx="585216" cy="5852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icone_3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60" y="1436340"/>
            <a:ext cx="327721" cy="327721"/>
          </a:xfrm>
          <a:prstGeom prst="rect">
            <a:avLst/>
          </a:prstGeom>
        </p:spPr>
      </p:pic>
      <p:sp>
        <p:nvSpPr>
          <p:cNvPr id="7" name="texto_351"/>
          <p:cNvSpPr txBox="1"/>
          <p:nvPr/>
        </p:nvSpPr>
        <p:spPr>
          <a:xfrm>
            <a:off x="1417320" y="12710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Unity 6</a:t>
            </a:r>
            <a:endParaRPr lang="en-US" sz="1400" dirty="0"/>
          </a:p>
        </p:txBody>
      </p:sp>
      <p:sp>
        <p:nvSpPr>
          <p:cNvPr id="8" name="texto_352"/>
          <p:cNvSpPr txBox="1"/>
          <p:nvPr/>
        </p:nvSpPr>
        <p:spPr>
          <a:xfrm>
            <a:off x="1417320" y="1600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6000.6 · build Windows x64</a:t>
            </a:r>
            <a:endParaRPr lang="en-US" sz="1200" dirty="0"/>
          </a:p>
        </p:txBody>
      </p:sp>
      <p:sp>
        <p:nvSpPr>
          <p:cNvPr id="9" name="sombra_353"/>
          <p:cNvSpPr/>
          <p:nvPr/>
        </p:nvSpPr>
        <p:spPr>
          <a:xfrm>
            <a:off x="4727448" y="1207008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354"/>
          <p:cNvSpPr/>
          <p:nvPr/>
        </p:nvSpPr>
        <p:spPr>
          <a:xfrm>
            <a:off x="4663440" y="1143000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badge_355"/>
          <p:cNvSpPr/>
          <p:nvPr/>
        </p:nvSpPr>
        <p:spPr>
          <a:xfrm>
            <a:off x="4828032" y="1307592"/>
            <a:ext cx="585216" cy="58521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icone_3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780" y="1436340"/>
            <a:ext cx="327721" cy="327721"/>
          </a:xfrm>
          <a:prstGeom prst="rect">
            <a:avLst/>
          </a:prstGeom>
        </p:spPr>
      </p:pic>
      <p:sp>
        <p:nvSpPr>
          <p:cNvPr id="13" name="texto_357"/>
          <p:cNvSpPr txBox="1"/>
          <p:nvPr/>
        </p:nvSpPr>
        <p:spPr>
          <a:xfrm>
            <a:off x="5577840" y="12710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Netcode for GameObjects</a:t>
            </a:r>
            <a:endParaRPr lang="en-US" sz="1400" dirty="0"/>
          </a:p>
        </p:txBody>
      </p:sp>
      <p:sp>
        <p:nvSpPr>
          <p:cNvPr id="14" name="texto_358"/>
          <p:cNvSpPr txBox="1"/>
          <p:nvPr/>
        </p:nvSpPr>
        <p:spPr>
          <a:xfrm>
            <a:off x="5577840" y="1600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2.13.3 · o host decide dano e resultados</a:t>
            </a:r>
            <a:endParaRPr lang="en-US" sz="1200" dirty="0"/>
          </a:p>
        </p:txBody>
      </p:sp>
      <p:sp>
        <p:nvSpPr>
          <p:cNvPr id="15" name="sombra_359"/>
          <p:cNvSpPr/>
          <p:nvPr/>
        </p:nvSpPr>
        <p:spPr>
          <a:xfrm>
            <a:off x="566928" y="2322576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360"/>
          <p:cNvSpPr/>
          <p:nvPr/>
        </p:nvSpPr>
        <p:spPr>
          <a:xfrm>
            <a:off x="502920" y="2258568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badge_361"/>
          <p:cNvSpPr/>
          <p:nvPr/>
        </p:nvSpPr>
        <p:spPr>
          <a:xfrm>
            <a:off x="667512" y="2423160"/>
            <a:ext cx="585216" cy="58521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8" name="icone_3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60" y="2551908"/>
            <a:ext cx="327721" cy="327721"/>
          </a:xfrm>
          <a:prstGeom prst="rect">
            <a:avLst/>
          </a:prstGeom>
        </p:spPr>
      </p:pic>
      <p:sp>
        <p:nvSpPr>
          <p:cNvPr id="19" name="texto_363"/>
          <p:cNvSpPr txBox="1"/>
          <p:nvPr/>
        </p:nvSpPr>
        <p:spPr>
          <a:xfrm>
            <a:off x="1417320" y="23865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 com descoberta</a:t>
            </a:r>
            <a:endParaRPr lang="en-US" sz="1400" dirty="0"/>
          </a:p>
        </p:txBody>
      </p:sp>
      <p:sp>
        <p:nvSpPr>
          <p:cNvPr id="20" name="texto_364"/>
          <p:cNvSpPr txBox="1"/>
          <p:nvPr/>
        </p:nvSpPr>
        <p:spPr>
          <a:xfrm>
            <a:off x="141732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aparecem sozinhos (UDP 47777)</a:t>
            </a:r>
            <a:endParaRPr lang="en-US" sz="1200" dirty="0"/>
          </a:p>
        </p:txBody>
      </p:sp>
      <p:sp>
        <p:nvSpPr>
          <p:cNvPr id="21" name="sombra_365"/>
          <p:cNvSpPr/>
          <p:nvPr/>
        </p:nvSpPr>
        <p:spPr>
          <a:xfrm>
            <a:off x="4727448" y="2322576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cartao_366"/>
          <p:cNvSpPr/>
          <p:nvPr/>
        </p:nvSpPr>
        <p:spPr>
          <a:xfrm>
            <a:off x="4663440" y="2258568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3" name="badge_367"/>
          <p:cNvSpPr/>
          <p:nvPr/>
        </p:nvSpPr>
        <p:spPr>
          <a:xfrm>
            <a:off x="4828032" y="2423160"/>
            <a:ext cx="585216" cy="58521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4" name="icone_36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780" y="2551908"/>
            <a:ext cx="327721" cy="327721"/>
          </a:xfrm>
          <a:prstGeom prst="rect">
            <a:avLst/>
          </a:prstGeom>
        </p:spPr>
      </p:pic>
      <p:sp>
        <p:nvSpPr>
          <p:cNvPr id="25" name="texto_369"/>
          <p:cNvSpPr txBox="1"/>
          <p:nvPr/>
        </p:nvSpPr>
        <p:spPr>
          <a:xfrm>
            <a:off x="5577840" y="238658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Bots em 3 níveis</a:t>
            </a:r>
            <a:endParaRPr lang="en-US" sz="1400" dirty="0"/>
          </a:p>
        </p:txBody>
      </p:sp>
      <p:sp>
        <p:nvSpPr>
          <p:cNvPr id="26" name="texto_370"/>
          <p:cNvSpPr txBox="1"/>
          <p:nvPr/>
        </p:nvSpPr>
        <p:spPr>
          <a:xfrm>
            <a:off x="557784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Fácil, Normal e Difícil, com resgate no cooperativo</a:t>
            </a:r>
            <a:endParaRPr lang="en-US" sz="1200" dirty="0"/>
          </a:p>
        </p:txBody>
      </p:sp>
      <p:sp>
        <p:nvSpPr>
          <p:cNvPr id="27" name="sombra_371"/>
          <p:cNvSpPr/>
          <p:nvPr/>
        </p:nvSpPr>
        <p:spPr>
          <a:xfrm>
            <a:off x="566928" y="3438144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cartao_372"/>
          <p:cNvSpPr/>
          <p:nvPr/>
        </p:nvSpPr>
        <p:spPr>
          <a:xfrm>
            <a:off x="502920" y="3374136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9" name="badge_373"/>
          <p:cNvSpPr/>
          <p:nvPr/>
        </p:nvSpPr>
        <p:spPr>
          <a:xfrm>
            <a:off x="667512" y="3538728"/>
            <a:ext cx="585216" cy="585216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0" name="icone_37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3667476"/>
            <a:ext cx="327721" cy="327721"/>
          </a:xfrm>
          <a:prstGeom prst="rect">
            <a:avLst/>
          </a:prstGeom>
        </p:spPr>
      </p:pic>
      <p:sp>
        <p:nvSpPr>
          <p:cNvPr id="31" name="texto_375"/>
          <p:cNvSpPr txBox="1"/>
          <p:nvPr/>
        </p:nvSpPr>
        <p:spPr>
          <a:xfrm>
            <a:off x="1417320" y="35021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~24 mil linhas de C#</a:t>
            </a:r>
            <a:endParaRPr lang="en-US" sz="1400" dirty="0"/>
          </a:p>
        </p:txBody>
      </p:sp>
      <p:sp>
        <p:nvSpPr>
          <p:cNvPr id="32" name="texto_376"/>
          <p:cNvSpPr txBox="1"/>
          <p:nvPr/>
        </p:nvSpPr>
        <p:spPr>
          <a:xfrm>
            <a:off x="1417320" y="38313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110 ficheiros de código de jogo</a:t>
            </a:r>
            <a:endParaRPr lang="en-US" sz="1200" dirty="0"/>
          </a:p>
        </p:txBody>
      </p:sp>
      <p:sp>
        <p:nvSpPr>
          <p:cNvPr id="33" name="sombra_377"/>
          <p:cNvSpPr/>
          <p:nvPr/>
        </p:nvSpPr>
        <p:spPr>
          <a:xfrm>
            <a:off x="4727448" y="3438144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cartao_378"/>
          <p:cNvSpPr/>
          <p:nvPr/>
        </p:nvSpPr>
        <p:spPr>
          <a:xfrm>
            <a:off x="4663440" y="3374136"/>
            <a:ext cx="393192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5" name="badge_379"/>
          <p:cNvSpPr/>
          <p:nvPr/>
        </p:nvSpPr>
        <p:spPr>
          <a:xfrm>
            <a:off x="4828032" y="3538728"/>
            <a:ext cx="585216" cy="58521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36" name="icone_38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780" y="3667476"/>
            <a:ext cx="327721" cy="327721"/>
          </a:xfrm>
          <a:prstGeom prst="rect">
            <a:avLst/>
          </a:prstGeom>
        </p:spPr>
      </p:pic>
      <p:sp>
        <p:nvSpPr>
          <p:cNvPr id="37" name="texto_381"/>
          <p:cNvSpPr txBox="1"/>
          <p:nvPr/>
        </p:nvSpPr>
        <p:spPr>
          <a:xfrm>
            <a:off x="5577840" y="35021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Testes automáticos</a:t>
            </a:r>
            <a:endParaRPr lang="en-US" sz="1400" dirty="0"/>
          </a:p>
        </p:txBody>
      </p:sp>
      <p:sp>
        <p:nvSpPr>
          <p:cNvPr id="38" name="texto_382"/>
          <p:cNvSpPr txBox="1"/>
          <p:nvPr/>
        </p:nvSpPr>
        <p:spPr>
          <a:xfrm>
            <a:off x="5577840" y="38313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de Editor e 2 de jogo aprovados (build de 18/10)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Controlos</a:t>
            </a:r>
            <a:endParaRPr lang="en-US" sz="2800" dirty="0"/>
          </a:p>
        </p:txBody>
      </p:sp>
      <p:sp>
        <p:nvSpPr>
          <p:cNvPr id="3" name="sombra_383"/>
          <p:cNvSpPr/>
          <p:nvPr/>
        </p:nvSpPr>
        <p:spPr>
          <a:xfrm>
            <a:off x="566928" y="125272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384"/>
          <p:cNvSpPr/>
          <p:nvPr/>
        </p:nvSpPr>
        <p:spPr>
          <a:xfrm>
            <a:off x="502920" y="118872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texto_385"/>
          <p:cNvSpPr txBox="1"/>
          <p:nvPr/>
        </p:nvSpPr>
        <p:spPr>
          <a:xfrm>
            <a:off x="502920" y="1188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WASD</a:t>
            </a:r>
            <a:endParaRPr lang="en-US" sz="1400" dirty="0"/>
          </a:p>
        </p:txBody>
      </p:sp>
      <p:sp>
        <p:nvSpPr>
          <p:cNvPr id="6" name="texto_386"/>
          <p:cNvSpPr txBox="1"/>
          <p:nvPr/>
        </p:nvSpPr>
        <p:spPr>
          <a:xfrm>
            <a:off x="146304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</a:t>
            </a:r>
            <a:endParaRPr lang="en-US" sz="1300" dirty="0"/>
          </a:p>
        </p:txBody>
      </p:sp>
      <p:sp>
        <p:nvSpPr>
          <p:cNvPr id="7" name="sombra_387"/>
          <p:cNvSpPr/>
          <p:nvPr/>
        </p:nvSpPr>
        <p:spPr>
          <a:xfrm>
            <a:off x="2624328" y="125272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artao_388"/>
          <p:cNvSpPr/>
          <p:nvPr/>
        </p:nvSpPr>
        <p:spPr>
          <a:xfrm>
            <a:off x="2560320" y="118872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9" name="texto_389"/>
          <p:cNvSpPr txBox="1"/>
          <p:nvPr/>
        </p:nvSpPr>
        <p:spPr>
          <a:xfrm>
            <a:off x="2560320" y="1188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Rato</a:t>
            </a:r>
            <a:endParaRPr lang="en-US" sz="1400" dirty="0"/>
          </a:p>
        </p:txBody>
      </p:sp>
      <p:sp>
        <p:nvSpPr>
          <p:cNvPr id="10" name="texto_390"/>
          <p:cNvSpPr txBox="1"/>
          <p:nvPr/>
        </p:nvSpPr>
        <p:spPr>
          <a:xfrm>
            <a:off x="352044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</a:t>
            </a:r>
            <a:endParaRPr lang="en-US" sz="1300" dirty="0"/>
          </a:p>
        </p:txBody>
      </p:sp>
      <p:sp>
        <p:nvSpPr>
          <p:cNvPr id="11" name="sombra_391"/>
          <p:cNvSpPr/>
          <p:nvPr/>
        </p:nvSpPr>
        <p:spPr>
          <a:xfrm>
            <a:off x="4681728" y="125272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cartao_392"/>
          <p:cNvSpPr/>
          <p:nvPr/>
        </p:nvSpPr>
        <p:spPr>
          <a:xfrm>
            <a:off x="4617720" y="118872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3" name="texto_393"/>
          <p:cNvSpPr txBox="1"/>
          <p:nvPr/>
        </p:nvSpPr>
        <p:spPr>
          <a:xfrm>
            <a:off x="4617720" y="11887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</a:t>
            </a:r>
            <a:endParaRPr lang="en-US" sz="1400" dirty="0"/>
          </a:p>
        </p:txBody>
      </p:sp>
      <p:sp>
        <p:nvSpPr>
          <p:cNvPr id="14" name="texto_394"/>
          <p:cNvSpPr txBox="1"/>
          <p:nvPr/>
        </p:nvSpPr>
        <p:spPr>
          <a:xfrm>
            <a:off x="557784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15" name="sombra_395"/>
          <p:cNvSpPr/>
          <p:nvPr/>
        </p:nvSpPr>
        <p:spPr>
          <a:xfrm>
            <a:off x="6739128" y="1252728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396"/>
          <p:cNvSpPr/>
          <p:nvPr/>
        </p:nvSpPr>
        <p:spPr>
          <a:xfrm>
            <a:off x="6675120" y="1188720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texto_397"/>
          <p:cNvSpPr txBox="1"/>
          <p:nvPr/>
        </p:nvSpPr>
        <p:spPr>
          <a:xfrm>
            <a:off x="6675120" y="11887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Espaço</a:t>
            </a:r>
            <a:endParaRPr lang="en-US" sz="1000" dirty="0"/>
          </a:p>
        </p:txBody>
      </p:sp>
      <p:sp>
        <p:nvSpPr>
          <p:cNvPr id="18" name="texto_398"/>
          <p:cNvSpPr txBox="1"/>
          <p:nvPr/>
        </p:nvSpPr>
        <p:spPr>
          <a:xfrm>
            <a:off x="79095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</a:t>
            </a:r>
            <a:endParaRPr lang="en-US" sz="1300" dirty="0"/>
          </a:p>
        </p:txBody>
      </p:sp>
      <p:sp>
        <p:nvSpPr>
          <p:cNvPr id="19" name="sombra_399"/>
          <p:cNvSpPr/>
          <p:nvPr/>
        </p:nvSpPr>
        <p:spPr>
          <a:xfrm>
            <a:off x="566928" y="2212848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cartao_400"/>
          <p:cNvSpPr/>
          <p:nvPr/>
        </p:nvSpPr>
        <p:spPr>
          <a:xfrm>
            <a:off x="502920" y="2148840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1" name="texto_401"/>
          <p:cNvSpPr txBox="1"/>
          <p:nvPr/>
        </p:nvSpPr>
        <p:spPr>
          <a:xfrm>
            <a:off x="502920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Clique esq.</a:t>
            </a:r>
            <a:endParaRPr lang="en-US" sz="1000" dirty="0"/>
          </a:p>
        </p:txBody>
      </p:sp>
      <p:sp>
        <p:nvSpPr>
          <p:cNvPr id="22" name="texto_402"/>
          <p:cNvSpPr txBox="1"/>
          <p:nvPr/>
        </p:nvSpPr>
        <p:spPr>
          <a:xfrm>
            <a:off x="173736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</a:t>
            </a:r>
            <a:endParaRPr lang="en-US" sz="1300" dirty="0"/>
          </a:p>
        </p:txBody>
      </p:sp>
      <p:sp>
        <p:nvSpPr>
          <p:cNvPr id="23" name="sombra_403"/>
          <p:cNvSpPr/>
          <p:nvPr/>
        </p:nvSpPr>
        <p:spPr>
          <a:xfrm>
            <a:off x="2624328" y="221284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cartao_404"/>
          <p:cNvSpPr/>
          <p:nvPr/>
        </p:nvSpPr>
        <p:spPr>
          <a:xfrm>
            <a:off x="2560320" y="214884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5" name="texto_405"/>
          <p:cNvSpPr txBox="1"/>
          <p:nvPr/>
        </p:nvSpPr>
        <p:spPr>
          <a:xfrm>
            <a:off x="256032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400" dirty="0"/>
          </a:p>
        </p:txBody>
      </p:sp>
      <p:sp>
        <p:nvSpPr>
          <p:cNvPr id="26" name="texto_406"/>
          <p:cNvSpPr txBox="1"/>
          <p:nvPr/>
        </p:nvSpPr>
        <p:spPr>
          <a:xfrm>
            <a:off x="35204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1300" dirty="0"/>
          </a:p>
        </p:txBody>
      </p:sp>
      <p:sp>
        <p:nvSpPr>
          <p:cNvPr id="27" name="sombra_407"/>
          <p:cNvSpPr/>
          <p:nvPr/>
        </p:nvSpPr>
        <p:spPr>
          <a:xfrm>
            <a:off x="4681728" y="221284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cartao_408"/>
          <p:cNvSpPr/>
          <p:nvPr/>
        </p:nvSpPr>
        <p:spPr>
          <a:xfrm>
            <a:off x="4617720" y="214884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9" name="texto_409"/>
          <p:cNvSpPr txBox="1"/>
          <p:nvPr/>
        </p:nvSpPr>
        <p:spPr>
          <a:xfrm>
            <a:off x="461772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400" dirty="0"/>
          </a:p>
        </p:txBody>
      </p:sp>
      <p:sp>
        <p:nvSpPr>
          <p:cNvPr id="30" name="texto_410"/>
          <p:cNvSpPr txBox="1"/>
          <p:nvPr/>
        </p:nvSpPr>
        <p:spPr>
          <a:xfrm>
            <a:off x="55778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Facada</a:t>
            </a:r>
            <a:endParaRPr lang="en-US" sz="1300" dirty="0"/>
          </a:p>
        </p:txBody>
      </p:sp>
      <p:sp>
        <p:nvSpPr>
          <p:cNvPr id="31" name="sombra_411"/>
          <p:cNvSpPr/>
          <p:nvPr/>
        </p:nvSpPr>
        <p:spPr>
          <a:xfrm>
            <a:off x="6739128" y="2212848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cartao_412"/>
          <p:cNvSpPr/>
          <p:nvPr/>
        </p:nvSpPr>
        <p:spPr>
          <a:xfrm>
            <a:off x="6675120" y="2148840"/>
            <a:ext cx="11430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3" name="texto_413"/>
          <p:cNvSpPr txBox="1"/>
          <p:nvPr/>
        </p:nvSpPr>
        <p:spPr>
          <a:xfrm>
            <a:off x="6675120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Clique dir.</a:t>
            </a:r>
            <a:endParaRPr lang="en-US" sz="1000" dirty="0"/>
          </a:p>
        </p:txBody>
      </p:sp>
      <p:sp>
        <p:nvSpPr>
          <p:cNvPr id="34" name="texto_414"/>
          <p:cNvSpPr txBox="1"/>
          <p:nvPr/>
        </p:nvSpPr>
        <p:spPr>
          <a:xfrm>
            <a:off x="790956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(Lince)</a:t>
            </a:r>
            <a:endParaRPr lang="en-US" sz="1300" dirty="0"/>
          </a:p>
        </p:txBody>
      </p:sp>
      <p:sp>
        <p:nvSpPr>
          <p:cNvPr id="35" name="sombra_415"/>
          <p:cNvSpPr/>
          <p:nvPr/>
        </p:nvSpPr>
        <p:spPr>
          <a:xfrm>
            <a:off x="566928" y="317296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cartao_416"/>
          <p:cNvSpPr/>
          <p:nvPr/>
        </p:nvSpPr>
        <p:spPr>
          <a:xfrm>
            <a:off x="502920" y="310896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7" name="texto_417"/>
          <p:cNvSpPr txBox="1"/>
          <p:nvPr/>
        </p:nvSpPr>
        <p:spPr>
          <a:xfrm>
            <a:off x="502920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400" dirty="0"/>
          </a:p>
        </p:txBody>
      </p:sp>
      <p:sp>
        <p:nvSpPr>
          <p:cNvPr id="38" name="texto_418"/>
          <p:cNvSpPr txBox="1"/>
          <p:nvPr/>
        </p:nvSpPr>
        <p:spPr>
          <a:xfrm>
            <a:off x="146304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Reanimar parceiro</a:t>
            </a:r>
            <a:endParaRPr lang="en-US" sz="1300" dirty="0"/>
          </a:p>
        </p:txBody>
      </p:sp>
      <p:sp>
        <p:nvSpPr>
          <p:cNvPr id="39" name="sombra_419"/>
          <p:cNvSpPr/>
          <p:nvPr/>
        </p:nvSpPr>
        <p:spPr>
          <a:xfrm>
            <a:off x="2624328" y="317296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cartao_420"/>
          <p:cNvSpPr/>
          <p:nvPr/>
        </p:nvSpPr>
        <p:spPr>
          <a:xfrm>
            <a:off x="2560320" y="310896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1" name="texto_421"/>
          <p:cNvSpPr txBox="1"/>
          <p:nvPr/>
        </p:nvSpPr>
        <p:spPr>
          <a:xfrm>
            <a:off x="2560320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400" dirty="0"/>
          </a:p>
        </p:txBody>
      </p:sp>
      <p:sp>
        <p:nvSpPr>
          <p:cNvPr id="42" name="texto_422"/>
          <p:cNvSpPr txBox="1"/>
          <p:nvPr/>
        </p:nvSpPr>
        <p:spPr>
          <a:xfrm>
            <a:off x="352044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pet</a:t>
            </a:r>
            <a:endParaRPr lang="en-US" sz="1300" dirty="0"/>
          </a:p>
        </p:txBody>
      </p:sp>
      <p:sp>
        <p:nvSpPr>
          <p:cNvPr id="43" name="sombra_423"/>
          <p:cNvSpPr/>
          <p:nvPr/>
        </p:nvSpPr>
        <p:spPr>
          <a:xfrm>
            <a:off x="4681728" y="317296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cartao_424"/>
          <p:cNvSpPr/>
          <p:nvPr/>
        </p:nvSpPr>
        <p:spPr>
          <a:xfrm>
            <a:off x="4617720" y="310896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5" name="texto_425"/>
          <p:cNvSpPr txBox="1"/>
          <p:nvPr/>
        </p:nvSpPr>
        <p:spPr>
          <a:xfrm>
            <a:off x="4617720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</a:t>
            </a:r>
            <a:endParaRPr lang="en-US" sz="1400" dirty="0"/>
          </a:p>
        </p:txBody>
      </p:sp>
      <p:sp>
        <p:nvSpPr>
          <p:cNvPr id="46" name="texto_426"/>
          <p:cNvSpPr txBox="1"/>
          <p:nvPr/>
        </p:nvSpPr>
        <p:spPr>
          <a:xfrm>
            <a:off x="557784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</a:t>
            </a:r>
            <a:endParaRPr lang="en-US" sz="1300" dirty="0"/>
          </a:p>
        </p:txBody>
      </p:sp>
      <p:sp>
        <p:nvSpPr>
          <p:cNvPr id="47" name="sombra_427"/>
          <p:cNvSpPr/>
          <p:nvPr/>
        </p:nvSpPr>
        <p:spPr>
          <a:xfrm>
            <a:off x="6739128" y="3172968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cartao_428"/>
          <p:cNvSpPr/>
          <p:nvPr/>
        </p:nvSpPr>
        <p:spPr>
          <a:xfrm>
            <a:off x="6675120" y="3108960"/>
            <a:ext cx="868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9" name="texto_429"/>
          <p:cNvSpPr txBox="1"/>
          <p:nvPr/>
        </p:nvSpPr>
        <p:spPr>
          <a:xfrm>
            <a:off x="6675120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</a:t>
            </a:r>
            <a:endParaRPr lang="en-US" sz="1400" dirty="0"/>
          </a:p>
        </p:txBody>
      </p:sp>
      <p:sp>
        <p:nvSpPr>
          <p:cNvPr id="50" name="texto_430"/>
          <p:cNvSpPr txBox="1"/>
          <p:nvPr/>
        </p:nvSpPr>
        <p:spPr>
          <a:xfrm>
            <a:off x="763524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300" dirty="0"/>
          </a:p>
        </p:txBody>
      </p:sp>
      <p:sp>
        <p:nvSpPr>
          <p:cNvPr id="51" name="texto_431"/>
          <p:cNvSpPr txBox="1"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teclas podem ser reatribuídas em Definições. O HUD pode ser reposicionado.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Testar a build em 5 minutos</a:t>
            </a:r>
            <a:endParaRPr lang="en-US" sz="2800" dirty="0"/>
          </a:p>
        </p:txBody>
      </p:sp>
      <p:sp>
        <p:nvSpPr>
          <p:cNvPr id="3" name="passo_432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" name="texto_433"/>
          <p:cNvSpPr txBox="1"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o_434"/>
          <p:cNvSpPr txBox="1"/>
          <p:nvPr/>
        </p:nvSpPr>
        <p:spPr>
          <a:xfrm>
            <a:off x="1143000" y="1143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inteira "build windows" para cada PC</a:t>
            </a:r>
            <a:endParaRPr lang="en-US" sz="1300" dirty="0"/>
          </a:p>
        </p:txBody>
      </p:sp>
      <p:sp>
        <p:nvSpPr>
          <p:cNvPr id="6" name="passo_435"/>
          <p:cNvSpPr/>
          <p:nvPr/>
        </p:nvSpPr>
        <p:spPr>
          <a:xfrm>
            <a:off x="502920" y="1764792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o_436"/>
          <p:cNvSpPr txBox="1"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o_437"/>
          <p:cNvSpPr txBox="1"/>
          <p:nvPr/>
        </p:nvSpPr>
        <p:spPr>
          <a:xfrm>
            <a:off x="114300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CHIEFS&amp;GEMS.exe (não mover o .exe para fora da pasta)</a:t>
            </a:r>
            <a:endParaRPr lang="en-US" sz="1300" dirty="0"/>
          </a:p>
        </p:txBody>
      </p:sp>
      <p:sp>
        <p:nvSpPr>
          <p:cNvPr id="9" name="passo_438"/>
          <p:cNvSpPr/>
          <p:nvPr/>
        </p:nvSpPr>
        <p:spPr>
          <a:xfrm>
            <a:off x="502920" y="2386584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o_439"/>
          <p:cNvSpPr txBox="1"/>
          <p:nvPr/>
        </p:nvSpPr>
        <p:spPr>
          <a:xfrm>
            <a:off x="50292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o_440"/>
          <p:cNvSpPr txBox="1"/>
          <p:nvPr/>
        </p:nvSpPr>
        <p:spPr>
          <a:xfrm>
            <a:off x="11430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PC anfitrião: PLAY LOCAL › CREATE SERVER › modo e mapa</a:t>
            </a:r>
            <a:endParaRPr lang="en-US" sz="1300" dirty="0"/>
          </a:p>
        </p:txBody>
      </p:sp>
      <p:sp>
        <p:nvSpPr>
          <p:cNvPr id="12" name="passo_441"/>
          <p:cNvSpPr/>
          <p:nvPr/>
        </p:nvSpPr>
        <p:spPr>
          <a:xfrm>
            <a:off x="502920" y="3008376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o_442"/>
          <p:cNvSpPr txBox="1"/>
          <p:nvPr/>
        </p:nvSpPr>
        <p:spPr>
          <a:xfrm>
            <a:off x="5029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o_443"/>
          <p:cNvSpPr txBox="1"/>
          <p:nvPr/>
        </p:nvSpPr>
        <p:spPr>
          <a:xfrm>
            <a:off x="1143000" y="3008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outros PCs: o servidor aparece em segundos; ou escrever o código IP</a:t>
            </a:r>
            <a:endParaRPr lang="en-US" sz="1300" dirty="0"/>
          </a:p>
        </p:txBody>
      </p:sp>
      <p:sp>
        <p:nvSpPr>
          <p:cNvPr id="15" name="passo_444"/>
          <p:cNvSpPr/>
          <p:nvPr/>
        </p:nvSpPr>
        <p:spPr>
          <a:xfrm>
            <a:off x="502920" y="3630168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texto_445"/>
          <p:cNvSpPr txBox="1"/>
          <p:nvPr/>
        </p:nvSpPr>
        <p:spPr>
          <a:xfrm>
            <a:off x="5029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o_446"/>
          <p:cNvSpPr txBox="1"/>
          <p:nvPr/>
        </p:nvSpPr>
        <p:spPr>
          <a:xfrm>
            <a:off x="1143000" y="3630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sozinho? TRAINING inicia uma partida com bots</a:t>
            </a:r>
            <a:endParaRPr lang="en-US" sz="1300" dirty="0"/>
          </a:p>
        </p:txBody>
      </p:sp>
      <p:sp>
        <p:nvSpPr>
          <p:cNvPr id="18" name="sombra_447"/>
          <p:cNvSpPr/>
          <p:nvPr/>
        </p:nvSpPr>
        <p:spPr>
          <a:xfrm>
            <a:off x="5687568" y="1207008"/>
            <a:ext cx="3017520" cy="3017520"/>
          </a:xfrm>
          <a:prstGeom prst="roundRect">
            <a:avLst>
              <a:gd name="adj" fmla="val 42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artao_448"/>
          <p:cNvSpPr/>
          <p:nvPr/>
        </p:nvSpPr>
        <p:spPr>
          <a:xfrm>
            <a:off x="5623560" y="1143000"/>
            <a:ext cx="3017520" cy="3017520"/>
          </a:xfrm>
          <a:prstGeom prst="roundRect">
            <a:avLst>
              <a:gd name="adj" fmla="val 4242"/>
            </a:avLst>
          </a:prstGeom>
          <a:solidFill>
            <a:schemeClr val="bg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0" name="badge_449"/>
          <p:cNvSpPr/>
          <p:nvPr/>
        </p:nvSpPr>
        <p:spPr>
          <a:xfrm>
            <a:off x="5806440" y="1298448"/>
            <a:ext cx="566928" cy="56692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21" name="icone_4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164" y="1423172"/>
            <a:ext cx="317480" cy="317480"/>
          </a:xfrm>
          <a:prstGeom prst="rect">
            <a:avLst/>
          </a:prstGeom>
        </p:spPr>
      </p:pic>
      <p:sp>
        <p:nvSpPr>
          <p:cNvPr id="22" name="texto_451"/>
          <p:cNvSpPr txBox="1"/>
          <p:nvPr/>
        </p:nvSpPr>
        <p:spPr>
          <a:xfrm>
            <a:off x="6492240" y="12984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não ligar</a:t>
            </a:r>
            <a:endParaRPr lang="en-US" sz="1400" dirty="0"/>
          </a:p>
        </p:txBody>
      </p:sp>
      <p:sp>
        <p:nvSpPr>
          <p:cNvPr id="23" name="texto_452"/>
          <p:cNvSpPr txBox="1"/>
          <p:nvPr/>
        </p:nvSpPr>
        <p:spPr>
          <a:xfrm>
            <a:off x="5806440" y="2011680"/>
            <a:ext cx="2697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anfitrião, carregar em FIX FIREWALL e aceitar o aviso do Windows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na mesma rede; evitar Wi-Fi de convidados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UDP 7777 (jogo) e 47777 (descoberta)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Onde estamos e o que vem a seguir</a:t>
            </a:r>
            <a:endParaRPr lang="en-US" sz="2800" dirty="0"/>
          </a:p>
        </p:txBody>
      </p:sp>
      <p:sp>
        <p:nvSpPr>
          <p:cNvPr id="3" name="sombra_453"/>
          <p:cNvSpPr/>
          <p:nvPr/>
        </p:nvSpPr>
        <p:spPr>
          <a:xfrm>
            <a:off x="566928" y="1207008"/>
            <a:ext cx="3931920" cy="3291840"/>
          </a:xfrm>
          <a:prstGeom prst="roundRect">
            <a:avLst>
              <a:gd name="adj" fmla="val 3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454"/>
          <p:cNvSpPr/>
          <p:nvPr/>
        </p:nvSpPr>
        <p:spPr>
          <a:xfrm>
            <a:off x="502920" y="1143000"/>
            <a:ext cx="3931920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badge_455"/>
          <p:cNvSpPr/>
          <p:nvPr/>
        </p:nvSpPr>
        <p:spPr>
          <a:xfrm>
            <a:off x="685800" y="1298448"/>
            <a:ext cx="502920" cy="50292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6" name="icone_4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09090"/>
            <a:ext cx="281635" cy="281635"/>
          </a:xfrm>
          <a:prstGeom prst="rect">
            <a:avLst/>
          </a:prstGeom>
        </p:spPr>
      </p:pic>
      <p:sp>
        <p:nvSpPr>
          <p:cNvPr id="7" name="texto_457"/>
          <p:cNvSpPr txBox="1"/>
          <p:nvPr/>
        </p:nvSpPr>
        <p:spPr>
          <a:xfrm>
            <a:off x="1325880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Já funciona</a:t>
            </a:r>
            <a:endParaRPr lang="en-US" sz="1600" dirty="0"/>
          </a:p>
        </p:txBody>
      </p:sp>
      <p:sp>
        <p:nvSpPr>
          <p:cNvPr id="8" name="texto_458"/>
          <p:cNvSpPr txBox="1"/>
          <p:nvPr/>
        </p:nvSpPr>
        <p:spPr>
          <a:xfrm>
            <a:off x="73152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personagens com ataques e Supers distintos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modos, quatro mapas e partidas LAN até 4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cooperativa completa, a solo ou a dois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Progressão, skins, pets e missões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Windows gerada sem erros</a:t>
            </a:r>
            <a:endParaRPr lang="en-US" sz="1400" dirty="0"/>
          </a:p>
        </p:txBody>
      </p:sp>
      <p:sp>
        <p:nvSpPr>
          <p:cNvPr id="9" name="sombra_459"/>
          <p:cNvSpPr/>
          <p:nvPr/>
        </p:nvSpPr>
        <p:spPr>
          <a:xfrm>
            <a:off x="4773168" y="1207008"/>
            <a:ext cx="3931920" cy="3291840"/>
          </a:xfrm>
          <a:prstGeom prst="roundRect">
            <a:avLst>
              <a:gd name="adj" fmla="val 3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460"/>
          <p:cNvSpPr/>
          <p:nvPr/>
        </p:nvSpPr>
        <p:spPr>
          <a:xfrm>
            <a:off x="4709160" y="1143000"/>
            <a:ext cx="3931920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badge_461"/>
          <p:cNvSpPr/>
          <p:nvPr/>
        </p:nvSpPr>
        <p:spPr>
          <a:xfrm>
            <a:off x="4892040" y="1298448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12" name="icone_4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09090"/>
            <a:ext cx="281635" cy="281635"/>
          </a:xfrm>
          <a:prstGeom prst="rect">
            <a:avLst/>
          </a:prstGeom>
        </p:spPr>
      </p:pic>
      <p:sp>
        <p:nvSpPr>
          <p:cNvPr id="13" name="texto_463"/>
          <p:cNvSpPr txBox="1"/>
          <p:nvPr/>
        </p:nvSpPr>
        <p:spPr>
          <a:xfrm>
            <a:off x="5532120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4" name="texto_464"/>
          <p:cNvSpPr txBox="1"/>
          <p:nvPr/>
        </p:nvSpPr>
        <p:spPr>
          <a:xfrm>
            <a:off x="493776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Afinar a economia de melhorias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regras no anfitrião (troca de personagem, rondas)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em 2 a 4 PCs reais, com cabo e Wi-Fi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desempenho por mapa e otimizar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curto e mais opções gráficas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equipa BRABUZ</a:t>
            </a:r>
            <a:endParaRPr lang="en-US" sz="2800" dirty="0"/>
          </a:p>
        </p:txBody>
      </p:sp>
      <p:sp>
        <p:nvSpPr>
          <p:cNvPr id="3" name="sombra_465"/>
          <p:cNvSpPr/>
          <p:nvPr/>
        </p:nvSpPr>
        <p:spPr>
          <a:xfrm>
            <a:off x="566928" y="125272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artao_466"/>
          <p:cNvSpPr/>
          <p:nvPr/>
        </p:nvSpPr>
        <p:spPr>
          <a:xfrm>
            <a:off x="502920" y="118872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" name="inicial_467"/>
          <p:cNvSpPr/>
          <p:nvPr/>
        </p:nvSpPr>
        <p:spPr>
          <a:xfrm>
            <a:off x="640080" y="1353312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o_468"/>
          <p:cNvSpPr txBox="1"/>
          <p:nvPr/>
        </p:nvSpPr>
        <p:spPr>
          <a:xfrm>
            <a:off x="6400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texto_469"/>
          <p:cNvSpPr txBox="1"/>
          <p:nvPr/>
        </p:nvSpPr>
        <p:spPr>
          <a:xfrm>
            <a:off x="1234440" y="135331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Nico</a:t>
            </a:r>
            <a:endParaRPr lang="en-US" sz="1500" dirty="0"/>
          </a:p>
        </p:txBody>
      </p:sp>
      <p:sp>
        <p:nvSpPr>
          <p:cNvPr id="8" name="texto_470"/>
          <p:cNvSpPr txBox="1"/>
          <p:nvPr/>
        </p:nvSpPr>
        <p:spPr>
          <a:xfrm>
            <a:off x="640080" y="1920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e integração</a:t>
            </a:r>
            <a:endParaRPr lang="en-US" sz="1200" dirty="0"/>
          </a:p>
        </p:txBody>
      </p:sp>
      <p:sp>
        <p:nvSpPr>
          <p:cNvPr id="9" name="sombra_471"/>
          <p:cNvSpPr/>
          <p:nvPr/>
        </p:nvSpPr>
        <p:spPr>
          <a:xfrm>
            <a:off x="2624328" y="125272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artao_472"/>
          <p:cNvSpPr/>
          <p:nvPr/>
        </p:nvSpPr>
        <p:spPr>
          <a:xfrm>
            <a:off x="2560320" y="118872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inicial_473"/>
          <p:cNvSpPr/>
          <p:nvPr/>
        </p:nvSpPr>
        <p:spPr>
          <a:xfrm>
            <a:off x="2697480" y="1353312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o_474"/>
          <p:cNvSpPr txBox="1"/>
          <p:nvPr/>
        </p:nvSpPr>
        <p:spPr>
          <a:xfrm>
            <a:off x="26974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o_475"/>
          <p:cNvSpPr txBox="1"/>
          <p:nvPr/>
        </p:nvSpPr>
        <p:spPr>
          <a:xfrm>
            <a:off x="3291840" y="135331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Ryan</a:t>
            </a:r>
            <a:endParaRPr lang="en-US" sz="1500" dirty="0"/>
          </a:p>
        </p:txBody>
      </p:sp>
      <p:sp>
        <p:nvSpPr>
          <p:cNvPr id="14" name="texto_476"/>
          <p:cNvSpPr txBox="1"/>
          <p:nvPr/>
        </p:nvSpPr>
        <p:spPr>
          <a:xfrm>
            <a:off x="2697480" y="1920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e mapas</a:t>
            </a:r>
            <a:endParaRPr lang="en-US" sz="1200" dirty="0"/>
          </a:p>
        </p:txBody>
      </p:sp>
      <p:sp>
        <p:nvSpPr>
          <p:cNvPr id="15" name="sombra_477"/>
          <p:cNvSpPr/>
          <p:nvPr/>
        </p:nvSpPr>
        <p:spPr>
          <a:xfrm>
            <a:off x="4681728" y="125272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rtao_478"/>
          <p:cNvSpPr/>
          <p:nvPr/>
        </p:nvSpPr>
        <p:spPr>
          <a:xfrm>
            <a:off x="4617720" y="118872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inicial_479"/>
          <p:cNvSpPr/>
          <p:nvPr/>
        </p:nvSpPr>
        <p:spPr>
          <a:xfrm>
            <a:off x="4754880" y="1353312"/>
            <a:ext cx="502920" cy="5029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o_480"/>
          <p:cNvSpPr txBox="1"/>
          <p:nvPr/>
        </p:nvSpPr>
        <p:spPr>
          <a:xfrm>
            <a:off x="47548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19" name="texto_481"/>
          <p:cNvSpPr txBox="1"/>
          <p:nvPr/>
        </p:nvSpPr>
        <p:spPr>
          <a:xfrm>
            <a:off x="5349240" y="135331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Fragoso</a:t>
            </a:r>
            <a:endParaRPr lang="en-US" sz="1500" dirty="0"/>
          </a:p>
        </p:txBody>
      </p:sp>
      <p:sp>
        <p:nvSpPr>
          <p:cNvPr id="20" name="texto_482"/>
          <p:cNvSpPr txBox="1"/>
          <p:nvPr/>
        </p:nvSpPr>
        <p:spPr>
          <a:xfrm>
            <a:off x="4754880" y="1920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 regras</a:t>
            </a:r>
            <a:endParaRPr lang="en-US" sz="1200" dirty="0"/>
          </a:p>
        </p:txBody>
      </p:sp>
      <p:sp>
        <p:nvSpPr>
          <p:cNvPr id="21" name="sombra_483"/>
          <p:cNvSpPr/>
          <p:nvPr/>
        </p:nvSpPr>
        <p:spPr>
          <a:xfrm>
            <a:off x="6739128" y="125272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cartao_484"/>
          <p:cNvSpPr/>
          <p:nvPr/>
        </p:nvSpPr>
        <p:spPr>
          <a:xfrm>
            <a:off x="6675120" y="118872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3" name="inicial_485"/>
          <p:cNvSpPr/>
          <p:nvPr/>
        </p:nvSpPr>
        <p:spPr>
          <a:xfrm>
            <a:off x="6812280" y="1353312"/>
            <a:ext cx="502920" cy="50292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texto_486"/>
          <p:cNvSpPr txBox="1"/>
          <p:nvPr/>
        </p:nvSpPr>
        <p:spPr>
          <a:xfrm>
            <a:off x="68122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600" dirty="0"/>
          </a:p>
        </p:txBody>
      </p:sp>
      <p:sp>
        <p:nvSpPr>
          <p:cNvPr id="25" name="texto_487"/>
          <p:cNvSpPr txBox="1"/>
          <p:nvPr/>
        </p:nvSpPr>
        <p:spPr>
          <a:xfrm>
            <a:off x="7406640" y="135331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Nina</a:t>
            </a:r>
            <a:endParaRPr lang="en-US" sz="1500" dirty="0"/>
          </a:p>
        </p:txBody>
      </p:sp>
      <p:sp>
        <p:nvSpPr>
          <p:cNvPr id="26" name="texto_488"/>
          <p:cNvSpPr txBox="1"/>
          <p:nvPr/>
        </p:nvSpPr>
        <p:spPr>
          <a:xfrm>
            <a:off x="6812280" y="1920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 narrativa</a:t>
            </a:r>
            <a:endParaRPr lang="en-US" sz="1200" dirty="0"/>
          </a:p>
        </p:txBody>
      </p:sp>
      <p:sp>
        <p:nvSpPr>
          <p:cNvPr id="27" name="sombra_489"/>
          <p:cNvSpPr/>
          <p:nvPr/>
        </p:nvSpPr>
        <p:spPr>
          <a:xfrm>
            <a:off x="566928" y="267004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cartao_490"/>
          <p:cNvSpPr/>
          <p:nvPr/>
        </p:nvSpPr>
        <p:spPr>
          <a:xfrm>
            <a:off x="502920" y="260604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9" name="inicial_491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texto_492"/>
          <p:cNvSpPr txBox="1"/>
          <p:nvPr/>
        </p:nvSpPr>
        <p:spPr>
          <a:xfrm>
            <a:off x="6400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31" name="texto_493"/>
          <p:cNvSpPr txBox="1"/>
          <p:nvPr/>
        </p:nvSpPr>
        <p:spPr>
          <a:xfrm>
            <a:off x="1234440" y="2770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</a:t>
            </a:r>
            <a:endParaRPr lang="en-US" sz="1500" dirty="0"/>
          </a:p>
        </p:txBody>
      </p:sp>
      <p:sp>
        <p:nvSpPr>
          <p:cNvPr id="32" name="texto_494"/>
          <p:cNvSpPr txBox="1"/>
          <p:nvPr/>
        </p:nvSpPr>
        <p:spPr>
          <a:xfrm>
            <a:off x="64008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logótipo e história</a:t>
            </a:r>
            <a:endParaRPr lang="en-US" sz="1200" dirty="0"/>
          </a:p>
        </p:txBody>
      </p:sp>
      <p:sp>
        <p:nvSpPr>
          <p:cNvPr id="33" name="sombra_495"/>
          <p:cNvSpPr/>
          <p:nvPr/>
        </p:nvSpPr>
        <p:spPr>
          <a:xfrm>
            <a:off x="2624328" y="267004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cartao_496"/>
          <p:cNvSpPr/>
          <p:nvPr/>
        </p:nvSpPr>
        <p:spPr>
          <a:xfrm>
            <a:off x="2560320" y="260604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5" name="inicial_497"/>
          <p:cNvSpPr/>
          <p:nvPr/>
        </p:nvSpPr>
        <p:spPr>
          <a:xfrm>
            <a:off x="2697480" y="2770632"/>
            <a:ext cx="502920" cy="50292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6" name="texto_498"/>
          <p:cNvSpPr txBox="1"/>
          <p:nvPr/>
        </p:nvSpPr>
        <p:spPr>
          <a:xfrm>
            <a:off x="26974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1600" dirty="0"/>
          </a:p>
        </p:txBody>
      </p:sp>
      <p:sp>
        <p:nvSpPr>
          <p:cNvPr id="37" name="texto_499"/>
          <p:cNvSpPr txBox="1"/>
          <p:nvPr/>
        </p:nvSpPr>
        <p:spPr>
          <a:xfrm>
            <a:off x="3291840" y="2770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Jailson</a:t>
            </a:r>
            <a:endParaRPr lang="en-US" sz="1500" dirty="0"/>
          </a:p>
        </p:txBody>
      </p:sp>
      <p:sp>
        <p:nvSpPr>
          <p:cNvPr id="38" name="texto_500"/>
          <p:cNvSpPr txBox="1"/>
          <p:nvPr/>
        </p:nvSpPr>
        <p:spPr>
          <a:xfrm>
            <a:off x="269748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de arte</a:t>
            </a:r>
            <a:endParaRPr lang="en-US" sz="1200" dirty="0"/>
          </a:p>
        </p:txBody>
      </p:sp>
      <p:sp>
        <p:nvSpPr>
          <p:cNvPr id="39" name="sombra_501"/>
          <p:cNvSpPr/>
          <p:nvPr/>
        </p:nvSpPr>
        <p:spPr>
          <a:xfrm>
            <a:off x="4681728" y="267004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cartao_502"/>
          <p:cNvSpPr/>
          <p:nvPr/>
        </p:nvSpPr>
        <p:spPr>
          <a:xfrm>
            <a:off x="4617720" y="260604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1" name="inicial_503"/>
          <p:cNvSpPr/>
          <p:nvPr/>
        </p:nvSpPr>
        <p:spPr>
          <a:xfrm>
            <a:off x="4754880" y="2770632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2" name="texto_504"/>
          <p:cNvSpPr txBox="1"/>
          <p:nvPr/>
        </p:nvSpPr>
        <p:spPr>
          <a:xfrm>
            <a:off x="47548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43" name="texto_505"/>
          <p:cNvSpPr txBox="1"/>
          <p:nvPr/>
        </p:nvSpPr>
        <p:spPr>
          <a:xfrm>
            <a:off x="5349240" y="2770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Djavan</a:t>
            </a:r>
            <a:endParaRPr lang="en-US" sz="1500" dirty="0"/>
          </a:p>
        </p:txBody>
      </p:sp>
      <p:sp>
        <p:nvSpPr>
          <p:cNvPr id="44" name="texto_506"/>
          <p:cNvSpPr txBox="1"/>
          <p:nvPr/>
        </p:nvSpPr>
        <p:spPr>
          <a:xfrm>
            <a:off x="475488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e música</a:t>
            </a:r>
            <a:endParaRPr lang="en-US" sz="1200" dirty="0"/>
          </a:p>
        </p:txBody>
      </p:sp>
      <p:sp>
        <p:nvSpPr>
          <p:cNvPr id="45" name="sombra_507"/>
          <p:cNvSpPr/>
          <p:nvPr/>
        </p:nvSpPr>
        <p:spPr>
          <a:xfrm>
            <a:off x="6739128" y="2670048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cartao_508"/>
          <p:cNvSpPr/>
          <p:nvPr/>
        </p:nvSpPr>
        <p:spPr>
          <a:xfrm>
            <a:off x="6675120" y="2606040"/>
            <a:ext cx="182880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7" name="inicial_509"/>
          <p:cNvSpPr/>
          <p:nvPr/>
        </p:nvSpPr>
        <p:spPr>
          <a:xfrm>
            <a:off x="6812280" y="2770632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8" name="texto_510"/>
          <p:cNvSpPr txBox="1"/>
          <p:nvPr/>
        </p:nvSpPr>
        <p:spPr>
          <a:xfrm>
            <a:off x="68122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49" name="texto_511"/>
          <p:cNvSpPr txBox="1"/>
          <p:nvPr/>
        </p:nvSpPr>
        <p:spPr>
          <a:xfrm>
            <a:off x="7406640" y="2770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Márcio</a:t>
            </a:r>
            <a:endParaRPr lang="en-US" sz="1500" dirty="0"/>
          </a:p>
        </p:txBody>
      </p:sp>
      <p:sp>
        <p:nvSpPr>
          <p:cNvPr id="50" name="texto_512"/>
          <p:cNvSpPr txBox="1"/>
          <p:nvPr/>
        </p:nvSpPr>
        <p:spPr>
          <a:xfrm>
            <a:off x="681228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 testes</a:t>
            </a:r>
            <a:endParaRPr lang="en-US" sz="1200" dirty="0"/>
          </a:p>
        </p:txBody>
      </p:sp>
      <p:pic>
        <p:nvPicPr>
          <p:cNvPr id="51" name="logo_brabuz" descr="C:\Users\nicol\AppData\Local\Temp\claude\C--Users-nicol-Desktop-Jogos-FPS-LAN\81625eda-4820-4031-8a3e-93ce3e1dccd6\scratchpad\deck\img\brabu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114800"/>
            <a:ext cx="178308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_arquipelago" descr="C:\Users\nicol\AppData\Local\Temp\claude\C--Users-nicol-Desktop-Jogos-FPS-LAN\81625eda-4820-4031-8a3e-93ce3e1dccd6\scratchpad\deck\img\archipela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u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ombra_513"/>
          <p:cNvSpPr/>
          <p:nvPr/>
        </p:nvSpPr>
        <p:spPr>
          <a:xfrm>
            <a:off x="3493008" y="475488"/>
            <a:ext cx="2286000" cy="27432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artao_514"/>
          <p:cNvSpPr/>
          <p:nvPr/>
        </p:nvSpPr>
        <p:spPr>
          <a:xfrm>
            <a:off x="3429000" y="411480"/>
            <a:ext cx="2286000" cy="27432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22225">
            <a:solidFill>
              <a:schemeClr val="tx1"/>
            </a:solidFill>
            <a:prstDash val="solid"/>
          </a:ln>
        </p:spPr>
      </p:sp>
      <p:pic>
        <p:nvPicPr>
          <p:cNvPr id="6" name="logotipo" descr="C:\Users\nicol\AppData\Local\Temp\claude\C--Users-nicol-Desktop-Jogos-FPS-LAN\81625eda-4820-4031-8a3e-93ce3e1dccd6\scratchpad\deck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530352"/>
            <a:ext cx="1335024" cy="2107378"/>
          </a:xfrm>
          <a:prstGeom prst="rect">
            <a:avLst/>
          </a:prstGeom>
        </p:spPr>
      </p:pic>
      <p:sp>
        <p:nvSpPr>
          <p:cNvPr id="7" name="texto_515"/>
          <p:cNvSpPr txBox="1"/>
          <p:nvPr/>
        </p:nvSpPr>
        <p:spPr>
          <a:xfrm>
            <a:off x="914400" y="3383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8" name="texto_516"/>
          <p:cNvSpPr txBox="1"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no combate. Juntos na descoberta.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efs and Gems">
  <a:themeElements>
    <a:clrScheme name="Chiefs and Gems">
      <a:dk1>
        <a:srgbClr val="1E1712"/>
      </a:dk1>
      <a:lt1>
        <a:srgbClr val="FFFFFF"/>
      </a:lt1>
      <a:dk2>
        <a:srgbClr val="0D1B2A"/>
      </a:dk2>
      <a:lt2>
        <a:srgbClr val="EEF6F6"/>
      </a:lt2>
      <a:accent1>
        <a:srgbClr val="F2B33D"/>
      </a:accent1>
      <a:accent2>
        <a:srgbClr val="49B0B6"/>
      </a:accent2>
      <a:accent3>
        <a:srgbClr val="E8604C"/>
      </a:accent3>
      <a:accent4>
        <a:srgbClr val="4FA85C"/>
      </a:accent4>
      <a:accent5>
        <a:srgbClr val="5B9BE0"/>
      </a:accent5>
      <a:accent6>
        <a:srgbClr val="D9A35B"/>
      </a:accent6>
      <a:hlink>
        <a:srgbClr val="49B0B6"/>
      </a:hlink>
      <a:folHlink>
        <a:srgbClr val="5B9BE0"/>
      </a:folHlink>
    </a:clrScheme>
    <a:fontScheme name="Chiefs and Gems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BRABUZ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Chiefs &amp; Gems — Apresentação</dc:title>
  <dc:subject>PptxGenJS Presentation</dc:subject>
  <dc:creator>BRABUZ</dc:creator>
  <cp:lastModifiedBy>BRABUZ</cp:lastModifiedBy>
  <cp:revision>1</cp:revision>
  <dcterms:created xsi:type="dcterms:W3CDTF">2026-10-20T20:14:58Z</dcterms:created>
  <dcterms:modified xsi:type="dcterms:W3CDTF">2026-10-20T20:14:58Z</dcterms:modified>
</cp:coreProperties>
</file>